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embeddedFontLst>
    <p:embeddedFont>
      <p:font typeface="Archivo" pitchFamily="2" charset="77"/>
      <p:regular r:id="rId34"/>
      <p:bold r:id="rId35"/>
      <p:italic r:id="rId36"/>
      <p:boldItalic r:id="rId37"/>
    </p:embeddedFont>
    <p:embeddedFont>
      <p:font typeface="Archivo Black" pitchFamily="2" charset="7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60" d="100"/>
          <a:sy n="160" d="100"/>
        </p:scale>
        <p:origin x="43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3" Type="http://schemas.openxmlformats.org/officeDocument/2006/relationships/hyperlink" Target="https://www.ncbi.nlm.nih.gov/gdv/browser/genome/?id=GCF_000001405.25" TargetMode="External"/><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3" Type="http://schemas.openxmlformats.org/officeDocument/2006/relationships/hyperlink" Target="https://www.ncbi.nlm.nih.gov/gdv/browser/genome/?id=GCF_000001405.25" TargetMode="External"/><Relationship Id="rId2" Type="http://schemas.openxmlformats.org/officeDocument/2006/relationships/slide" Target="../slides/slide29.xml"/><Relationship Id="rId1" Type="http://schemas.openxmlformats.org/officeDocument/2006/relationships/notesMaster" Target="../notesMasters/notesMaster1.xml"/><Relationship Id="rId4" Type="http://schemas.openxmlformats.org/officeDocument/2006/relationships/hyperlink" Target="https://pubmed.ncbi.nlm.nih.gov/22593196/" TargetMode="External"/></Relationships>
</file>

<file path=ppt/notesSlides/_rels/notesSlide30.xml.rels><?xml version="1.0" encoding="UTF-8" standalone="yes"?>
<Relationships xmlns="http://schemas.openxmlformats.org/package/2006/relationships"><Relationship Id="rId3" Type="http://schemas.openxmlformats.org/officeDocument/2006/relationships/hyperlink" Target="https://www.ncbi.nlm.nih.gov/gdv/browser/genome/?id=GCF_000001405.25" TargetMode="External"/><Relationship Id="rId2" Type="http://schemas.openxmlformats.org/officeDocument/2006/relationships/slide" Target="../slides/slide30.xml"/><Relationship Id="rId1" Type="http://schemas.openxmlformats.org/officeDocument/2006/relationships/notesMaster" Target="../notesMasters/notesMaster1.xml"/><Relationship Id="rId4" Type="http://schemas.openxmlformats.org/officeDocument/2006/relationships/hyperlink" Target="https://pubmed.ncbi.nlm.nih.gov/22593196/" TargetMode="Externa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d95d63e525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d95d63e525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gdca804f91b_0_229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 name="Google Shape;205;gdca804f91b_0_229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36112098feb_1_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4" name="Google Shape;214;g36112098feb_1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5f47e99652_1_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35f47e99652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5fd7eac647_0_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35fd7eac64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5fd7eac647_0_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35fd7eac64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6112098feb_1_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36112098feb_1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5fbb529e20_5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35fbb529e20_5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gdca804f91b_0_2357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gdca804f91b_0_235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0"/>
              </a:spcBef>
              <a:spcAft>
                <a:spcPts val="0"/>
              </a:spcAft>
              <a:buNone/>
            </a:pPr>
            <a:r>
              <a:rPr lang="en"/>
              <a:t>We obtained the protein sequence for MDM2 through the refseq database. This sequence corresponds to transcript variant 1 and it contains 497 amino acids. </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35fbb529e20_5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35fbb529e20_5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 get the genomic region, we went on the Amplicon Repository Project PCAWG site and chose an arbitrary sample containing the MDM2 oncogene. There was only one location listed for MDM2 in this ecDNA, so we were able to download the corresponding sequence for that range in the GRCh37 reference genome from the UCSC genome browser.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35fbb529e20_4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5" name="Google Shape;315;g35fbb529e20_4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used tBLASTn to BLAST the MDM2 transcript variant 1 protein sequence against the ecDNA sequence we downloaded from the UCSC genome browser. The BLAST resulted in 10 hits whose positions in the ecDNA sequence are shown on the slide. These hits roughly correspond to 10 exons that make up the coding genomic structure of MDM2.</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g35fbb529e20_4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g35fbb529e20_4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compared these 10 hits to the MDM2 transcript variant 1 exon ranges on the UCSC genome browser, and found that the BLAST matches up pretty well. You’ll notice that the final exon is far off, but thats just due to most of that final exon being part of a large untranslated region. The box in red in the bottom image shows the actual end of the final coding exon, and its only 2 nucleotides off of the BLAST end. The difference in the 3rd exon is due to BLAST extending the hit by 7 unnecessary mismatches, and BLAST missed 11 AA’s at the start of the 2nd exon which we manually verified do exist in the ecDNA sequence, so we have no idea why BLAST missed them. </a:t>
            </a:r>
            <a:endParaRPr/>
          </a:p>
          <a:p>
            <a:pPr marL="0" lvl="0" indent="0" algn="l" rtl="0">
              <a:spcBef>
                <a:spcPts val="0"/>
              </a:spcBef>
              <a:spcAft>
                <a:spcPts val="0"/>
              </a:spcAft>
              <a:buNone/>
            </a:pPr>
            <a:endParaRPr/>
          </a:p>
          <a:p>
            <a:pPr marL="0" lvl="0" indent="0" algn="l" rtl="0">
              <a:spcBef>
                <a:spcPts val="0"/>
              </a:spcBef>
              <a:spcAft>
                <a:spcPts val="0"/>
              </a:spcAft>
              <a:buNone/>
            </a:pPr>
            <a:r>
              <a:rPr lang="en"/>
              <a:t>You’ll notice that the UCSC genome browser lists 11 coding exons for transcript variant 1 while BLAST only identified 10. We left the first exon off of the comparison chart as that is the one that BLAST missed entirely, but more on that in the next slide.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35fbb529e20_4_5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35fbb529e20_4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Since BLAST only identified 10/11 exons, we initially thought that it might be truncated in the ecDNA. However, this is probably not the case. When viewing the coding exons with as separate FASTA entries using the UCSC genome browser, we found that the first coding exon is very small, and only accounts for 4 amino acids, so BLAST likely missed it because the hit was just too low scoring to even show up. Additionally, the region from chromosome 12 that makes up part of this ecDNA sample is far larger than even the most generous MDM2 isoform ranges. The bottom image is a screenshot of the ecDNA range on chromosome 12, and the box in red is MDM2, so it is able to be fully translated in this ecDNA sample.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d95d63e525_0_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d95d63e525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dca804f91b_0_2314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dca804f91b_0_231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dca804f91b_0_230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dca804f91b_0_230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35e4fb4abd7_0_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35e4fb4abd7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We chose the first ten PCAWG amplicon datasets, which ranged from simple MDM2 circularizations like this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1"/>
        <p:cNvGrpSpPr/>
        <p:nvPr/>
      </p:nvGrpSpPr>
      <p:grpSpPr>
        <a:xfrm>
          <a:off x="0" y="0"/>
          <a:ext cx="0" cy="0"/>
          <a:chOff x="0" y="0"/>
          <a:chExt cx="0" cy="0"/>
        </a:xfrm>
      </p:grpSpPr>
      <p:sp>
        <p:nvSpPr>
          <p:cNvPr id="432" name="Google Shape;432;gdca804f91b_0_2358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 name="Google Shape;433;gdca804f91b_0_235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To crazy genome fragmentations like this. We kept our data in a shared google drive accessible by all group members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g35e4fb4abd7_0_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1" name="Google Shape;441;g35e4fb4abd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These are the datasets we used from PCAWG. All have MDM2 in an amplicon, which we extracted</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dca804f91b_0_231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dca804f91b_0_231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35e4fb4abd7_0_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35e4fb4abd7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cd SAMPLE</a:t>
            </a:r>
            <a:endParaRPr/>
          </a:p>
          <a:p>
            <a:pPr marL="0" lvl="0" indent="0" algn="l" rtl="0">
              <a:spcBef>
                <a:spcPts val="0"/>
              </a:spcBef>
              <a:spcAft>
                <a:spcPts val="0"/>
              </a:spcAft>
              <a:buNone/>
            </a:pPr>
            <a:r>
              <a:rPr lang="en"/>
              <a:t>gunzip aa_directory.tar.gz</a:t>
            </a:r>
            <a:endParaRPr/>
          </a:p>
          <a:p>
            <a:pPr marL="0" lvl="0" indent="0" algn="l" rtl="0">
              <a:spcBef>
                <a:spcPts val="0"/>
              </a:spcBef>
              <a:spcAft>
                <a:spcPts val="0"/>
              </a:spcAft>
              <a:buNone/>
            </a:pPr>
            <a:r>
              <a:rPr lang="en"/>
              <a:t>tar -xf aa_directory.tar</a:t>
            </a:r>
            <a:endParaRPr/>
          </a:p>
          <a:p>
            <a:pPr marL="0" lvl="0" indent="0" algn="l" rtl="0">
              <a:spcBef>
                <a:spcPts val="0"/>
              </a:spcBef>
              <a:spcAft>
                <a:spcPts val="0"/>
              </a:spcAft>
              <a:buNone/>
            </a:pPr>
            <a:r>
              <a:rPr lang="en"/>
              <a:t>cd xxxxx…xxxxx_AA_results</a:t>
            </a:r>
            <a:endParaRPr/>
          </a:p>
          <a:p>
            <a:pPr marL="0" lvl="0" indent="0" algn="l" rtl="0">
              <a:spcBef>
                <a:spcPts val="0"/>
              </a:spcBef>
              <a:spcAft>
                <a:spcPts val="0"/>
              </a:spcAft>
              <a:buNone/>
            </a:pPr>
            <a:r>
              <a:rPr lang="en"/>
              <a:t>cat xxxxx…xxxxx_ampliconx_graph.txt | grep "discordant" &gt; SAMPLE_ampliconX_discordant_edges.txt</a:t>
            </a:r>
            <a:endParaRPr/>
          </a:p>
          <a:p>
            <a:pPr marL="0" lvl="0" indent="0" algn="l" rtl="0">
              <a:spcBef>
                <a:spcPts val="0"/>
              </a:spcBef>
              <a:spcAft>
                <a:spcPts val="0"/>
              </a:spcAft>
              <a:buNone/>
            </a:pPr>
            <a:endParaRPr/>
          </a:p>
          <a:p>
            <a:pPr marL="0" lvl="0" indent="0" algn="l" rtl="0">
              <a:spcBef>
                <a:spcPts val="0"/>
              </a:spcBef>
              <a:spcAft>
                <a:spcPts val="0"/>
              </a:spcAft>
              <a:buNone/>
            </a:pPr>
            <a:r>
              <a:rPr lang="en"/>
              <a:t>General format for unix commands, I did this for all ten samples, then cat'd all the individual sample files into one large txt file containing all edges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1"/>
        <p:cNvGrpSpPr/>
        <p:nvPr/>
      </p:nvGrpSpPr>
      <p:grpSpPr>
        <a:xfrm>
          <a:off x="0" y="0"/>
          <a:ext cx="0" cy="0"/>
          <a:chOff x="0" y="0"/>
          <a:chExt cx="0" cy="0"/>
        </a:xfrm>
      </p:grpSpPr>
      <p:sp>
        <p:nvSpPr>
          <p:cNvPr id="462" name="Google Shape;462;g35e4fb4abd7_0_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3" name="Google Shape;463;g35e4fb4abd7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35e4fb4abd7_0_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35e4fb4abd7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35e4fb4abd7_0_3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35e4fb4abd7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dca804f91b_0_232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dca804f91b_0_23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35e4fb4abd7_0_4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35e4fb4abd7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35e4fb4abd7_0_5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35e4fb4abd7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Chr1: 1-249.3M - Genome Data Viewer - NCBI</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5"/>
        <p:cNvGrpSpPr/>
        <p:nvPr/>
      </p:nvGrpSpPr>
      <p:grpSpPr>
        <a:xfrm>
          <a:off x="0" y="0"/>
          <a:ext cx="0" cy="0"/>
          <a:chOff x="0" y="0"/>
          <a:chExt cx="0" cy="0"/>
        </a:xfrm>
      </p:grpSpPr>
      <p:sp>
        <p:nvSpPr>
          <p:cNvPr id="516" name="Google Shape;516;g35fbb529e20_2_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7" name="Google Shape;517;g35fbb529e20_2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Chr1: 1-249.3M - Genome Data Viewer - NCBI</a:t>
            </a:r>
            <a:endParaRPr/>
          </a:p>
          <a:p>
            <a:pPr marL="0" lvl="0" indent="0" algn="l" rtl="0">
              <a:spcBef>
                <a:spcPts val="0"/>
              </a:spcBef>
              <a:spcAft>
                <a:spcPts val="0"/>
              </a:spcAft>
              <a:buNone/>
            </a:pPr>
            <a:endParaRPr/>
          </a:p>
          <a:p>
            <a:pPr marL="0" lvl="0" indent="0" algn="l" rtl="0">
              <a:spcBef>
                <a:spcPts val="0"/>
              </a:spcBef>
              <a:spcAft>
                <a:spcPts val="0"/>
              </a:spcAft>
              <a:buNone/>
            </a:pPr>
            <a:r>
              <a:rPr lang="en" u="sng">
                <a:solidFill>
                  <a:schemeClr val="hlink"/>
                </a:solidFill>
                <a:hlinkClick r:id="rId4"/>
              </a:rPr>
              <a:t>The RASSF3 candidate tumor suppressor induces apoptosis and G1-S cell-cycle arrest via p53</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g35fbb529e20_2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7" name="Google Shape;537;g35fbb529e20_2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u="sng">
                <a:solidFill>
                  <a:schemeClr val="hlink"/>
                </a:solidFill>
                <a:hlinkClick r:id="rId3"/>
              </a:rPr>
              <a:t>Chr1: 1-249.3M - Genome Data Viewer - NCBI</a:t>
            </a:r>
            <a:endParaRPr/>
          </a:p>
          <a:p>
            <a:pPr marL="0" lvl="0" indent="0" algn="l" rtl="0">
              <a:spcBef>
                <a:spcPts val="0"/>
              </a:spcBef>
              <a:spcAft>
                <a:spcPts val="0"/>
              </a:spcAft>
              <a:buNone/>
            </a:pPr>
            <a:endParaRPr/>
          </a:p>
          <a:p>
            <a:pPr marL="0" lvl="0" indent="0" algn="l" rtl="0">
              <a:spcBef>
                <a:spcPts val="0"/>
              </a:spcBef>
              <a:spcAft>
                <a:spcPts val="0"/>
              </a:spcAft>
              <a:buNone/>
            </a:pPr>
            <a:r>
              <a:rPr lang="en" u="sng">
                <a:solidFill>
                  <a:schemeClr val="hlink"/>
                </a:solidFill>
                <a:hlinkClick r:id="rId4"/>
              </a:rPr>
              <a:t>The RASSF3 candidate tumor suppressor induces apoptosis and G1-S cell-cycle arrest via p53</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dca804f91b_0_236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dca804f91b_0_236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5143500" y="1479513"/>
            <a:ext cx="3287400" cy="17301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4800">
                <a:solidFill>
                  <a:schemeClr val="lt1"/>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258575" y="4043550"/>
            <a:ext cx="6172200" cy="382500"/>
          </a:xfrm>
          <a:prstGeom prst="rect">
            <a:avLst/>
          </a:prstGeom>
        </p:spPr>
        <p:txBody>
          <a:bodyPr spcFirstLastPara="1" wrap="square" lIns="91425" tIns="91425" rIns="91425" bIns="91425" anchor="ctr" anchorCtr="0">
            <a:noAutofit/>
          </a:bodyPr>
          <a:lstStyle>
            <a:lvl1pPr lvl="0" algn="r">
              <a:lnSpc>
                <a:spcPct val="100000"/>
              </a:lnSpc>
              <a:spcBef>
                <a:spcPts val="0"/>
              </a:spcBef>
              <a:spcAft>
                <a:spcPts val="0"/>
              </a:spcAft>
              <a:buSzPts val="1800"/>
              <a:buNone/>
              <a:defRPr sz="1600">
                <a:solidFill>
                  <a:schemeClr val="lt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11" name="Google Shape;11;p2"/>
          <p:cNvSpPr txBox="1">
            <a:spLocks noGrp="1"/>
          </p:cNvSpPr>
          <p:nvPr>
            <p:ph type="subTitle" idx="2"/>
          </p:nvPr>
        </p:nvSpPr>
        <p:spPr>
          <a:xfrm>
            <a:off x="5143500" y="3168688"/>
            <a:ext cx="3287400" cy="495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2400"/>
              <a:buFont typeface="Archivo Black"/>
              <a:buNone/>
              <a:defRPr>
                <a:solidFill>
                  <a:schemeClr val="lt1"/>
                </a:solidFill>
                <a:latin typeface="Archivo Black"/>
                <a:ea typeface="Archivo Black"/>
                <a:cs typeface="Archivo Black"/>
                <a:sym typeface="Archivo Black"/>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3340350" y="1973250"/>
            <a:ext cx="5090400" cy="1397100"/>
          </a:xfrm>
          <a:prstGeom prst="rect">
            <a:avLst/>
          </a:prstGeom>
        </p:spPr>
        <p:txBody>
          <a:bodyPr spcFirstLastPara="1" wrap="square" lIns="91425" tIns="91425" rIns="91425" bIns="91425" anchor="ctr" anchorCtr="0">
            <a:noAutofit/>
          </a:bodyPr>
          <a:lstStyle>
            <a:lvl1pPr lvl="0">
              <a:spcBef>
                <a:spcPts val="0"/>
              </a:spcBef>
              <a:spcAft>
                <a:spcPts val="0"/>
              </a:spcAft>
              <a:buSzPts val="3600"/>
              <a:buNone/>
              <a:defRPr sz="48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713225" y="539500"/>
            <a:ext cx="2485500" cy="1567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200"/>
              <a:buNone/>
              <a:defRPr sz="9600">
                <a:solidFill>
                  <a:schemeClr val="lt1"/>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
        <p:nvSpPr>
          <p:cNvPr id="15" name="Google Shape;15;p3"/>
          <p:cNvSpPr txBox="1">
            <a:spLocks noGrp="1"/>
          </p:cNvSpPr>
          <p:nvPr>
            <p:ph type="subTitle" idx="1"/>
          </p:nvPr>
        </p:nvSpPr>
        <p:spPr>
          <a:xfrm>
            <a:off x="3094175" y="3534300"/>
            <a:ext cx="5336700" cy="444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1600">
                <a:solidFill>
                  <a:schemeClr val="lt1"/>
                </a:solidFill>
              </a:defRPr>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solidFill>
          <a:schemeClr val="lt1"/>
        </a:solidFill>
        <a:effectLst/>
      </p:bgPr>
    </p:bg>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713225" y="1187600"/>
            <a:ext cx="7717500" cy="3416400"/>
          </a:xfrm>
          <a:prstGeom prst="rect">
            <a:avLst/>
          </a:prstGeom>
        </p:spPr>
        <p:txBody>
          <a:bodyPr spcFirstLastPara="1" wrap="square" lIns="91425" tIns="91425" rIns="91425" bIns="91425" anchor="ctr" anchorCtr="0">
            <a:normAutofit/>
          </a:bodyPr>
          <a:lstStyle>
            <a:lvl1pPr marL="457200" lvl="0" indent="-304800">
              <a:lnSpc>
                <a:spcPct val="100000"/>
              </a:lnSpc>
              <a:spcBef>
                <a:spcPts val="0"/>
              </a:spcBef>
              <a:spcAft>
                <a:spcPts val="0"/>
              </a:spcAft>
              <a:buSzPts val="1200"/>
              <a:buChar char="●"/>
              <a:defRPr sz="1200"/>
            </a:lvl1pPr>
            <a:lvl2pPr marL="914400" lvl="1" indent="-304800">
              <a:lnSpc>
                <a:spcPct val="100000"/>
              </a:lnSpc>
              <a:spcBef>
                <a:spcPts val="0"/>
              </a:spcBef>
              <a:spcAft>
                <a:spcPts val="0"/>
              </a:spcAft>
              <a:buSzPts val="1200"/>
              <a:buChar char="○"/>
              <a:defRPr sz="1200"/>
            </a:lvl2pPr>
            <a:lvl3pPr marL="1371600" lvl="2" indent="-304800">
              <a:lnSpc>
                <a:spcPct val="100000"/>
              </a:lnSpc>
              <a:spcBef>
                <a:spcPts val="0"/>
              </a:spcBef>
              <a:spcAft>
                <a:spcPts val="0"/>
              </a:spcAft>
              <a:buSzPts val="1200"/>
              <a:buChar char="■"/>
              <a:defRPr sz="1200"/>
            </a:lvl3pPr>
            <a:lvl4pPr marL="1828800" lvl="3" indent="-304800">
              <a:lnSpc>
                <a:spcPct val="100000"/>
              </a:lnSpc>
              <a:spcBef>
                <a:spcPts val="0"/>
              </a:spcBef>
              <a:spcAft>
                <a:spcPts val="0"/>
              </a:spcAft>
              <a:buSzPts val="1200"/>
              <a:buChar char="●"/>
              <a:defRPr sz="1200"/>
            </a:lvl4pPr>
            <a:lvl5pPr marL="2286000" lvl="4" indent="-304800">
              <a:lnSpc>
                <a:spcPct val="100000"/>
              </a:lnSpc>
              <a:spcBef>
                <a:spcPts val="0"/>
              </a:spcBef>
              <a:spcAft>
                <a:spcPts val="0"/>
              </a:spcAft>
              <a:buSzPts val="1200"/>
              <a:buChar char="○"/>
              <a:defRPr sz="1200"/>
            </a:lvl5pPr>
            <a:lvl6pPr marL="2743200" lvl="5" indent="-304800">
              <a:lnSpc>
                <a:spcPct val="100000"/>
              </a:lnSpc>
              <a:spcBef>
                <a:spcPts val="0"/>
              </a:spcBef>
              <a:spcAft>
                <a:spcPts val="0"/>
              </a:spcAft>
              <a:buSzPts val="1200"/>
              <a:buChar char="■"/>
              <a:defRPr sz="1200"/>
            </a:lvl6pPr>
            <a:lvl7pPr marL="3200400" lvl="6" indent="-304800">
              <a:lnSpc>
                <a:spcPct val="100000"/>
              </a:lnSpc>
              <a:spcBef>
                <a:spcPts val="0"/>
              </a:spcBef>
              <a:spcAft>
                <a:spcPts val="0"/>
              </a:spcAft>
              <a:buSzPts val="1200"/>
              <a:buChar char="●"/>
              <a:defRPr sz="1200"/>
            </a:lvl7pPr>
            <a:lvl8pPr marL="3657600" lvl="7" indent="-304800">
              <a:lnSpc>
                <a:spcPct val="100000"/>
              </a:lnSpc>
              <a:spcBef>
                <a:spcPts val="0"/>
              </a:spcBef>
              <a:spcAft>
                <a:spcPts val="0"/>
              </a:spcAft>
              <a:buSzPts val="1200"/>
              <a:buChar char="○"/>
              <a:defRPr sz="1200"/>
            </a:lvl8pPr>
            <a:lvl9pPr marL="4114800" lvl="8" indent="-304800">
              <a:lnSpc>
                <a:spcPct val="100000"/>
              </a:lnSpc>
              <a:spcBef>
                <a:spcPts val="0"/>
              </a:spcBef>
              <a:spcAft>
                <a:spcPts val="0"/>
              </a:spcAft>
              <a:buSzPts val="1200"/>
              <a:buChar char="■"/>
              <a:defRPr sz="12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bg>
      <p:bgPr>
        <a:solidFill>
          <a:schemeClr val="lt1"/>
        </a:solidFill>
        <a:effectLst/>
      </p:bgPr>
    </p:bg>
    <p:spTree>
      <p:nvGrpSpPr>
        <p:cNvPr id="1" name="Shape 19"/>
        <p:cNvGrpSpPr/>
        <p:nvPr/>
      </p:nvGrpSpPr>
      <p:grpSpPr>
        <a:xfrm>
          <a:off x="0" y="0"/>
          <a:ext cx="0" cy="0"/>
          <a:chOff x="0" y="0"/>
          <a:chExt cx="0" cy="0"/>
        </a:xfrm>
      </p:grpSpPr>
      <p:sp>
        <p:nvSpPr>
          <p:cNvPr id="20" name="Google Shape;20;p5"/>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a:spcBef>
                <a:spcPts val="0"/>
              </a:spcBef>
              <a:spcAft>
                <a:spcPts val="0"/>
              </a:spcAft>
              <a:buSzPts val="3000"/>
              <a:buNone/>
              <a:defRPr sz="3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1" name="Google Shape;21;p5"/>
          <p:cNvSpPr txBox="1">
            <a:spLocks noGrp="1"/>
          </p:cNvSpPr>
          <p:nvPr>
            <p:ph type="subTitle" idx="1"/>
          </p:nvPr>
        </p:nvSpPr>
        <p:spPr>
          <a:xfrm>
            <a:off x="1554325" y="2930350"/>
            <a:ext cx="2731200" cy="492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Archivo Black"/>
                <a:ea typeface="Archivo Black"/>
                <a:cs typeface="Archivo Black"/>
                <a:sym typeface="Archivo Black"/>
              </a:defRPr>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
        <p:nvSpPr>
          <p:cNvPr id="22" name="Google Shape;22;p5"/>
          <p:cNvSpPr txBox="1">
            <a:spLocks noGrp="1"/>
          </p:cNvSpPr>
          <p:nvPr>
            <p:ph type="subTitle" idx="2"/>
          </p:nvPr>
        </p:nvSpPr>
        <p:spPr>
          <a:xfrm>
            <a:off x="1554325" y="3422914"/>
            <a:ext cx="2731200" cy="946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23" name="Google Shape;23;p5"/>
          <p:cNvSpPr txBox="1">
            <a:spLocks noGrp="1"/>
          </p:cNvSpPr>
          <p:nvPr>
            <p:ph type="subTitle" idx="3"/>
          </p:nvPr>
        </p:nvSpPr>
        <p:spPr>
          <a:xfrm>
            <a:off x="4858474" y="2930350"/>
            <a:ext cx="2731200" cy="492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Archivo Black"/>
                <a:ea typeface="Archivo Black"/>
                <a:cs typeface="Archivo Black"/>
                <a:sym typeface="Archivo Black"/>
              </a:defRPr>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
        <p:nvSpPr>
          <p:cNvPr id="24" name="Google Shape;24;p5"/>
          <p:cNvSpPr txBox="1">
            <a:spLocks noGrp="1"/>
          </p:cNvSpPr>
          <p:nvPr>
            <p:ph type="subTitle" idx="4"/>
          </p:nvPr>
        </p:nvSpPr>
        <p:spPr>
          <a:xfrm>
            <a:off x="4858475" y="3422914"/>
            <a:ext cx="2731200" cy="946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dk1"/>
        </a:solidFill>
        <a:effectLst/>
      </p:bgPr>
    </p:bg>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3000"/>
              <a:buNone/>
              <a:defRPr sz="30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solidFill>
          <a:schemeClr val="lt1"/>
        </a:solidFill>
        <a:effectLst/>
      </p:bgPr>
    </p:bg>
    <p:spTree>
      <p:nvGrpSpPr>
        <p:cNvPr id="1" name="Shape 27"/>
        <p:cNvGrpSpPr/>
        <p:nvPr/>
      </p:nvGrpSpPr>
      <p:grpSpPr>
        <a:xfrm>
          <a:off x="0" y="0"/>
          <a:ext cx="0" cy="0"/>
          <a:chOff x="0" y="0"/>
          <a:chExt cx="0" cy="0"/>
        </a:xfrm>
      </p:grpSpPr>
      <p:sp>
        <p:nvSpPr>
          <p:cNvPr id="28" name="Google Shape;28;p7"/>
          <p:cNvSpPr txBox="1">
            <a:spLocks noGrp="1"/>
          </p:cNvSpPr>
          <p:nvPr>
            <p:ph type="title"/>
          </p:nvPr>
        </p:nvSpPr>
        <p:spPr>
          <a:xfrm>
            <a:off x="713250" y="539500"/>
            <a:ext cx="7717500" cy="576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sp>
        <p:nvSpPr>
          <p:cNvPr id="29" name="Google Shape;29;p7"/>
          <p:cNvSpPr txBox="1">
            <a:spLocks noGrp="1"/>
          </p:cNvSpPr>
          <p:nvPr>
            <p:ph type="subTitle" idx="1"/>
          </p:nvPr>
        </p:nvSpPr>
        <p:spPr>
          <a:xfrm>
            <a:off x="713225" y="1557300"/>
            <a:ext cx="5372400" cy="2777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accent3"/>
              </a:buClr>
              <a:buSzPts val="1800"/>
              <a:buChar char="■"/>
              <a:defRPr sz="1400"/>
            </a:lvl1pPr>
            <a:lvl2pPr lvl="1" rtl="0">
              <a:lnSpc>
                <a:spcPct val="100000"/>
              </a:lnSpc>
              <a:spcBef>
                <a:spcPts val="0"/>
              </a:spcBef>
              <a:spcAft>
                <a:spcPts val="0"/>
              </a:spcAft>
              <a:buSzPts val="2100"/>
              <a:buChar char="○"/>
              <a:defRPr sz="2100"/>
            </a:lvl2pPr>
            <a:lvl3pPr lvl="2" rtl="0">
              <a:lnSpc>
                <a:spcPct val="100000"/>
              </a:lnSpc>
              <a:spcBef>
                <a:spcPts val="0"/>
              </a:spcBef>
              <a:spcAft>
                <a:spcPts val="0"/>
              </a:spcAft>
              <a:buSzPts val="2100"/>
              <a:buChar char="■"/>
              <a:defRPr sz="2100"/>
            </a:lvl3pPr>
            <a:lvl4pPr lvl="3" rtl="0">
              <a:lnSpc>
                <a:spcPct val="100000"/>
              </a:lnSpc>
              <a:spcBef>
                <a:spcPts val="0"/>
              </a:spcBef>
              <a:spcAft>
                <a:spcPts val="0"/>
              </a:spcAft>
              <a:buSzPts val="2100"/>
              <a:buChar char="●"/>
              <a:defRPr sz="2100"/>
            </a:lvl4pPr>
            <a:lvl5pPr lvl="4" rtl="0">
              <a:lnSpc>
                <a:spcPct val="100000"/>
              </a:lnSpc>
              <a:spcBef>
                <a:spcPts val="0"/>
              </a:spcBef>
              <a:spcAft>
                <a:spcPts val="0"/>
              </a:spcAft>
              <a:buSzPts val="2100"/>
              <a:buChar char="○"/>
              <a:defRPr sz="2100"/>
            </a:lvl5pPr>
            <a:lvl6pPr lvl="5" rtl="0">
              <a:lnSpc>
                <a:spcPct val="100000"/>
              </a:lnSpc>
              <a:spcBef>
                <a:spcPts val="0"/>
              </a:spcBef>
              <a:spcAft>
                <a:spcPts val="0"/>
              </a:spcAft>
              <a:buSzPts val="2100"/>
              <a:buChar char="■"/>
              <a:defRPr sz="2100"/>
            </a:lvl6pPr>
            <a:lvl7pPr lvl="6" rtl="0">
              <a:lnSpc>
                <a:spcPct val="100000"/>
              </a:lnSpc>
              <a:spcBef>
                <a:spcPts val="0"/>
              </a:spcBef>
              <a:spcAft>
                <a:spcPts val="0"/>
              </a:spcAft>
              <a:buSzPts val="2100"/>
              <a:buChar char="●"/>
              <a:defRPr sz="2100"/>
            </a:lvl7pPr>
            <a:lvl8pPr lvl="7" rtl="0">
              <a:lnSpc>
                <a:spcPct val="100000"/>
              </a:lnSpc>
              <a:spcBef>
                <a:spcPts val="0"/>
              </a:spcBef>
              <a:spcAft>
                <a:spcPts val="0"/>
              </a:spcAft>
              <a:buSzPts val="2100"/>
              <a:buChar char="○"/>
              <a:defRPr sz="2100"/>
            </a:lvl8pPr>
            <a:lvl9pPr lvl="8" rtl="0">
              <a:lnSpc>
                <a:spcPct val="100000"/>
              </a:lnSpc>
              <a:spcBef>
                <a:spcPts val="0"/>
              </a:spcBef>
              <a:spcAft>
                <a:spcPts val="0"/>
              </a:spcAft>
              <a:buSzPts val="2100"/>
              <a:buChar char="■"/>
              <a:defRPr sz="21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30"/>
        <p:cNvGrpSpPr/>
        <p:nvPr/>
      </p:nvGrpSpPr>
      <p:grpSpPr>
        <a:xfrm>
          <a:off x="0" y="0"/>
          <a:ext cx="0" cy="0"/>
          <a:chOff x="0" y="0"/>
          <a:chExt cx="0" cy="0"/>
        </a:xfrm>
      </p:grpSpPr>
      <p:sp>
        <p:nvSpPr>
          <p:cNvPr id="31" name="Google Shape;31;p8"/>
          <p:cNvSpPr txBox="1">
            <a:spLocks noGrp="1"/>
          </p:cNvSpPr>
          <p:nvPr>
            <p:ph type="title"/>
          </p:nvPr>
        </p:nvSpPr>
        <p:spPr>
          <a:xfrm>
            <a:off x="713225" y="1632600"/>
            <a:ext cx="6367800" cy="18783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6000"/>
              <a:buNone/>
              <a:defRPr sz="72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solidFill>
          <a:schemeClr val="lt1"/>
        </a:solidFill>
        <a:effectLst/>
      </p:bgPr>
    </p:bg>
    <p:spTree>
      <p:nvGrpSpPr>
        <p:cNvPr id="1" name="Shape 32"/>
        <p:cNvGrpSpPr/>
        <p:nvPr/>
      </p:nvGrpSpPr>
      <p:grpSpPr>
        <a:xfrm>
          <a:off x="0" y="0"/>
          <a:ext cx="0" cy="0"/>
          <a:chOff x="0" y="0"/>
          <a:chExt cx="0" cy="0"/>
        </a:xfrm>
      </p:grpSpPr>
      <p:sp>
        <p:nvSpPr>
          <p:cNvPr id="33" name="Google Shape;33;p9"/>
          <p:cNvSpPr txBox="1">
            <a:spLocks noGrp="1"/>
          </p:cNvSpPr>
          <p:nvPr>
            <p:ph type="title"/>
          </p:nvPr>
        </p:nvSpPr>
        <p:spPr>
          <a:xfrm>
            <a:off x="713250" y="539500"/>
            <a:ext cx="77175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4" name="Google Shape;34;p9"/>
          <p:cNvSpPr txBox="1">
            <a:spLocks noGrp="1"/>
          </p:cNvSpPr>
          <p:nvPr>
            <p:ph type="subTitle" idx="1"/>
          </p:nvPr>
        </p:nvSpPr>
        <p:spPr>
          <a:xfrm>
            <a:off x="2336800" y="2570650"/>
            <a:ext cx="2922000" cy="15417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35" name="Google Shape;35;p9"/>
          <p:cNvSpPr txBox="1">
            <a:spLocks noGrp="1"/>
          </p:cNvSpPr>
          <p:nvPr>
            <p:ph type="subTitle" idx="2"/>
          </p:nvPr>
        </p:nvSpPr>
        <p:spPr>
          <a:xfrm>
            <a:off x="2182400" y="2047450"/>
            <a:ext cx="3506700" cy="523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a:latin typeface="Archivo Black"/>
                <a:ea typeface="Archivo Black"/>
                <a:cs typeface="Archivo Black"/>
                <a:sym typeface="Archivo Black"/>
              </a:defRPr>
            </a:lvl1pPr>
            <a:lvl2pPr lvl="1" algn="r" rtl="0">
              <a:lnSpc>
                <a:spcPct val="100000"/>
              </a:lnSpc>
              <a:spcBef>
                <a:spcPts val="0"/>
              </a:spcBef>
              <a:spcAft>
                <a:spcPts val="0"/>
              </a:spcAft>
              <a:buSzPts val="1800"/>
              <a:buNone/>
              <a:defRPr sz="1800" b="1"/>
            </a:lvl2pPr>
            <a:lvl3pPr lvl="2" algn="r" rtl="0">
              <a:lnSpc>
                <a:spcPct val="100000"/>
              </a:lnSpc>
              <a:spcBef>
                <a:spcPts val="0"/>
              </a:spcBef>
              <a:spcAft>
                <a:spcPts val="0"/>
              </a:spcAft>
              <a:buSzPts val="1800"/>
              <a:buNone/>
              <a:defRPr sz="1800" b="1"/>
            </a:lvl3pPr>
            <a:lvl4pPr lvl="3" algn="r" rtl="0">
              <a:lnSpc>
                <a:spcPct val="100000"/>
              </a:lnSpc>
              <a:spcBef>
                <a:spcPts val="0"/>
              </a:spcBef>
              <a:spcAft>
                <a:spcPts val="0"/>
              </a:spcAft>
              <a:buSzPts val="1800"/>
              <a:buNone/>
              <a:defRPr sz="1800" b="1"/>
            </a:lvl4pPr>
            <a:lvl5pPr lvl="4" algn="r" rtl="0">
              <a:lnSpc>
                <a:spcPct val="100000"/>
              </a:lnSpc>
              <a:spcBef>
                <a:spcPts val="0"/>
              </a:spcBef>
              <a:spcAft>
                <a:spcPts val="0"/>
              </a:spcAft>
              <a:buSzPts val="1800"/>
              <a:buNone/>
              <a:defRPr sz="1800" b="1"/>
            </a:lvl5pPr>
            <a:lvl6pPr lvl="5" algn="r" rtl="0">
              <a:lnSpc>
                <a:spcPct val="100000"/>
              </a:lnSpc>
              <a:spcBef>
                <a:spcPts val="0"/>
              </a:spcBef>
              <a:spcAft>
                <a:spcPts val="0"/>
              </a:spcAft>
              <a:buSzPts val="1800"/>
              <a:buNone/>
              <a:defRPr sz="1800" b="1"/>
            </a:lvl6pPr>
            <a:lvl7pPr lvl="6" algn="r" rtl="0">
              <a:lnSpc>
                <a:spcPct val="100000"/>
              </a:lnSpc>
              <a:spcBef>
                <a:spcPts val="0"/>
              </a:spcBef>
              <a:spcAft>
                <a:spcPts val="0"/>
              </a:spcAft>
              <a:buSzPts val="1800"/>
              <a:buNone/>
              <a:defRPr sz="1800" b="1"/>
            </a:lvl7pPr>
            <a:lvl8pPr lvl="7" algn="r" rtl="0">
              <a:lnSpc>
                <a:spcPct val="100000"/>
              </a:lnSpc>
              <a:spcBef>
                <a:spcPts val="0"/>
              </a:spcBef>
              <a:spcAft>
                <a:spcPts val="0"/>
              </a:spcAft>
              <a:buSzPts val="1800"/>
              <a:buNone/>
              <a:defRPr sz="1800" b="1"/>
            </a:lvl8pPr>
            <a:lvl9pPr lvl="8" algn="r" rtl="0">
              <a:lnSpc>
                <a:spcPct val="100000"/>
              </a:lnSpc>
              <a:spcBef>
                <a:spcPts val="0"/>
              </a:spcBef>
              <a:spcAft>
                <a:spcPts val="0"/>
              </a:spcAft>
              <a:buSzPts val="1800"/>
              <a:buNone/>
              <a:defRPr sz="1800" b="1"/>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bg>
      <p:bgPr>
        <a:solidFill>
          <a:schemeClr val="lt1"/>
        </a:solidFill>
        <a:effectLst/>
      </p:bgPr>
    </p:bg>
    <p:spTree>
      <p:nvGrpSpPr>
        <p:cNvPr id="1" name="Shape 36"/>
        <p:cNvGrpSpPr/>
        <p:nvPr/>
      </p:nvGrpSpPr>
      <p:grpSpPr>
        <a:xfrm>
          <a:off x="0" y="0"/>
          <a:ext cx="0" cy="0"/>
          <a:chOff x="0" y="0"/>
          <a:chExt cx="0" cy="0"/>
        </a:xfrm>
      </p:grpSpPr>
      <p:sp>
        <p:nvSpPr>
          <p:cNvPr id="37" name="Google Shape;37;p10"/>
          <p:cNvSpPr txBox="1">
            <a:spLocks noGrp="1"/>
          </p:cNvSpPr>
          <p:nvPr>
            <p:ph type="title"/>
          </p:nvPr>
        </p:nvSpPr>
        <p:spPr>
          <a:xfrm>
            <a:off x="713225" y="1291100"/>
            <a:ext cx="4471200" cy="3312900"/>
          </a:xfrm>
          <a:prstGeom prst="rect">
            <a:avLst/>
          </a:prstGeom>
        </p:spPr>
        <p:txBody>
          <a:bodyPr spcFirstLastPara="1" wrap="square" lIns="91425" tIns="91425" rIns="91425" bIns="91425" anchor="ctr" anchorCtr="0">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38"/>
        <p:cNvGrpSpPr/>
        <p:nvPr/>
      </p:nvGrpSpPr>
      <p:grpSpPr>
        <a:xfrm>
          <a:off x="0" y="0"/>
          <a:ext cx="0" cy="0"/>
          <a:chOff x="0" y="0"/>
          <a:chExt cx="0" cy="0"/>
        </a:xfrm>
      </p:grpSpPr>
      <p:sp>
        <p:nvSpPr>
          <p:cNvPr id="39" name="Google Shape;39;p11"/>
          <p:cNvSpPr txBox="1">
            <a:spLocks noGrp="1"/>
          </p:cNvSpPr>
          <p:nvPr>
            <p:ph type="title" hasCustomPrompt="1"/>
          </p:nvPr>
        </p:nvSpPr>
        <p:spPr>
          <a:xfrm>
            <a:off x="713250" y="1708138"/>
            <a:ext cx="7717500" cy="11955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1"/>
              </a:buClr>
              <a:buSzPts val="9600"/>
              <a:buNone/>
              <a:defRPr sz="9600">
                <a:solidFill>
                  <a:schemeClr val="lt1"/>
                </a:solidFill>
              </a:defRPr>
            </a:lvl1pPr>
            <a:lvl2pPr lvl="1" algn="ctr">
              <a:spcBef>
                <a:spcPts val="0"/>
              </a:spcBef>
              <a:spcAft>
                <a:spcPts val="0"/>
              </a:spcAft>
              <a:buClr>
                <a:schemeClr val="lt1"/>
              </a:buClr>
              <a:buSzPts val="9600"/>
              <a:buNone/>
              <a:defRPr sz="9600">
                <a:solidFill>
                  <a:schemeClr val="lt1"/>
                </a:solidFill>
              </a:defRPr>
            </a:lvl2pPr>
            <a:lvl3pPr lvl="2" algn="ctr">
              <a:spcBef>
                <a:spcPts val="0"/>
              </a:spcBef>
              <a:spcAft>
                <a:spcPts val="0"/>
              </a:spcAft>
              <a:buClr>
                <a:schemeClr val="lt1"/>
              </a:buClr>
              <a:buSzPts val="9600"/>
              <a:buNone/>
              <a:defRPr sz="9600">
                <a:solidFill>
                  <a:schemeClr val="lt1"/>
                </a:solidFill>
              </a:defRPr>
            </a:lvl3pPr>
            <a:lvl4pPr lvl="3" algn="ctr">
              <a:spcBef>
                <a:spcPts val="0"/>
              </a:spcBef>
              <a:spcAft>
                <a:spcPts val="0"/>
              </a:spcAft>
              <a:buClr>
                <a:schemeClr val="lt1"/>
              </a:buClr>
              <a:buSzPts val="9600"/>
              <a:buNone/>
              <a:defRPr sz="9600">
                <a:solidFill>
                  <a:schemeClr val="lt1"/>
                </a:solidFill>
              </a:defRPr>
            </a:lvl4pPr>
            <a:lvl5pPr lvl="4" algn="ctr">
              <a:spcBef>
                <a:spcPts val="0"/>
              </a:spcBef>
              <a:spcAft>
                <a:spcPts val="0"/>
              </a:spcAft>
              <a:buClr>
                <a:schemeClr val="lt1"/>
              </a:buClr>
              <a:buSzPts val="9600"/>
              <a:buNone/>
              <a:defRPr sz="9600">
                <a:solidFill>
                  <a:schemeClr val="lt1"/>
                </a:solidFill>
              </a:defRPr>
            </a:lvl5pPr>
            <a:lvl6pPr lvl="5" algn="ctr">
              <a:spcBef>
                <a:spcPts val="0"/>
              </a:spcBef>
              <a:spcAft>
                <a:spcPts val="0"/>
              </a:spcAft>
              <a:buClr>
                <a:schemeClr val="lt1"/>
              </a:buClr>
              <a:buSzPts val="9600"/>
              <a:buNone/>
              <a:defRPr sz="9600">
                <a:solidFill>
                  <a:schemeClr val="lt1"/>
                </a:solidFill>
              </a:defRPr>
            </a:lvl6pPr>
            <a:lvl7pPr lvl="6" algn="ctr">
              <a:spcBef>
                <a:spcPts val="0"/>
              </a:spcBef>
              <a:spcAft>
                <a:spcPts val="0"/>
              </a:spcAft>
              <a:buClr>
                <a:schemeClr val="lt1"/>
              </a:buClr>
              <a:buSzPts val="9600"/>
              <a:buNone/>
              <a:defRPr sz="9600">
                <a:solidFill>
                  <a:schemeClr val="lt1"/>
                </a:solidFill>
              </a:defRPr>
            </a:lvl7pPr>
            <a:lvl8pPr lvl="7" algn="ctr">
              <a:spcBef>
                <a:spcPts val="0"/>
              </a:spcBef>
              <a:spcAft>
                <a:spcPts val="0"/>
              </a:spcAft>
              <a:buClr>
                <a:schemeClr val="lt1"/>
              </a:buClr>
              <a:buSzPts val="9600"/>
              <a:buNone/>
              <a:defRPr sz="9600">
                <a:solidFill>
                  <a:schemeClr val="lt1"/>
                </a:solidFill>
              </a:defRPr>
            </a:lvl8pPr>
            <a:lvl9pPr lvl="8" algn="ctr">
              <a:spcBef>
                <a:spcPts val="0"/>
              </a:spcBef>
              <a:spcAft>
                <a:spcPts val="0"/>
              </a:spcAft>
              <a:buClr>
                <a:schemeClr val="lt1"/>
              </a:buClr>
              <a:buSzPts val="9600"/>
              <a:buNone/>
              <a:defRPr sz="9600">
                <a:solidFill>
                  <a:schemeClr val="lt1"/>
                </a:solidFill>
              </a:defRPr>
            </a:lvl9pPr>
          </a:lstStyle>
          <a:p>
            <a:r>
              <a:t>xx%</a:t>
            </a:r>
          </a:p>
        </p:txBody>
      </p:sp>
      <p:sp>
        <p:nvSpPr>
          <p:cNvPr id="40" name="Google Shape;40;p11"/>
          <p:cNvSpPr txBox="1">
            <a:spLocks noGrp="1"/>
          </p:cNvSpPr>
          <p:nvPr>
            <p:ph type="subTitle" idx="1"/>
          </p:nvPr>
        </p:nvSpPr>
        <p:spPr>
          <a:xfrm>
            <a:off x="713250" y="3216963"/>
            <a:ext cx="7717500" cy="52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1"/>
              </a:buClr>
              <a:buSzPts val="1800"/>
              <a:buNone/>
              <a:defRPr>
                <a:solidFill>
                  <a:schemeClr val="lt1"/>
                </a:solidFill>
                <a:latin typeface="Archivo Black"/>
                <a:ea typeface="Archivo Black"/>
                <a:cs typeface="Archivo Black"/>
                <a:sym typeface="Archivo Black"/>
              </a:defRPr>
            </a:lvl1pPr>
            <a:lvl2pPr lvl="1" algn="ctr" rtl="0">
              <a:lnSpc>
                <a:spcPct val="100000"/>
              </a:lnSpc>
              <a:spcBef>
                <a:spcPts val="0"/>
              </a:spcBef>
              <a:spcAft>
                <a:spcPts val="0"/>
              </a:spcAft>
              <a:buClr>
                <a:schemeClr val="lt1"/>
              </a:buClr>
              <a:buSzPts val="1800"/>
              <a:buNone/>
              <a:defRPr sz="1800" b="1">
                <a:solidFill>
                  <a:schemeClr val="lt1"/>
                </a:solidFill>
              </a:defRPr>
            </a:lvl2pPr>
            <a:lvl3pPr lvl="2" algn="ctr" rtl="0">
              <a:lnSpc>
                <a:spcPct val="100000"/>
              </a:lnSpc>
              <a:spcBef>
                <a:spcPts val="0"/>
              </a:spcBef>
              <a:spcAft>
                <a:spcPts val="0"/>
              </a:spcAft>
              <a:buClr>
                <a:schemeClr val="lt1"/>
              </a:buClr>
              <a:buSzPts val="1800"/>
              <a:buNone/>
              <a:defRPr sz="1800" b="1">
                <a:solidFill>
                  <a:schemeClr val="lt1"/>
                </a:solidFill>
              </a:defRPr>
            </a:lvl3pPr>
            <a:lvl4pPr lvl="3" algn="ctr" rtl="0">
              <a:lnSpc>
                <a:spcPct val="100000"/>
              </a:lnSpc>
              <a:spcBef>
                <a:spcPts val="0"/>
              </a:spcBef>
              <a:spcAft>
                <a:spcPts val="0"/>
              </a:spcAft>
              <a:buClr>
                <a:schemeClr val="lt1"/>
              </a:buClr>
              <a:buSzPts val="1800"/>
              <a:buNone/>
              <a:defRPr sz="1800" b="1">
                <a:solidFill>
                  <a:schemeClr val="lt1"/>
                </a:solidFill>
              </a:defRPr>
            </a:lvl4pPr>
            <a:lvl5pPr lvl="4" algn="ctr" rtl="0">
              <a:lnSpc>
                <a:spcPct val="100000"/>
              </a:lnSpc>
              <a:spcBef>
                <a:spcPts val="0"/>
              </a:spcBef>
              <a:spcAft>
                <a:spcPts val="0"/>
              </a:spcAft>
              <a:buClr>
                <a:schemeClr val="lt1"/>
              </a:buClr>
              <a:buSzPts val="1800"/>
              <a:buNone/>
              <a:defRPr sz="1800" b="1">
                <a:solidFill>
                  <a:schemeClr val="lt1"/>
                </a:solidFill>
              </a:defRPr>
            </a:lvl5pPr>
            <a:lvl6pPr lvl="5" algn="ctr" rtl="0">
              <a:lnSpc>
                <a:spcPct val="100000"/>
              </a:lnSpc>
              <a:spcBef>
                <a:spcPts val="0"/>
              </a:spcBef>
              <a:spcAft>
                <a:spcPts val="0"/>
              </a:spcAft>
              <a:buClr>
                <a:schemeClr val="lt1"/>
              </a:buClr>
              <a:buSzPts val="1800"/>
              <a:buNone/>
              <a:defRPr sz="1800" b="1">
                <a:solidFill>
                  <a:schemeClr val="lt1"/>
                </a:solidFill>
              </a:defRPr>
            </a:lvl6pPr>
            <a:lvl7pPr lvl="6" algn="ctr" rtl="0">
              <a:lnSpc>
                <a:spcPct val="100000"/>
              </a:lnSpc>
              <a:spcBef>
                <a:spcPts val="0"/>
              </a:spcBef>
              <a:spcAft>
                <a:spcPts val="0"/>
              </a:spcAft>
              <a:buClr>
                <a:schemeClr val="lt1"/>
              </a:buClr>
              <a:buSzPts val="1800"/>
              <a:buNone/>
              <a:defRPr sz="1800" b="1">
                <a:solidFill>
                  <a:schemeClr val="lt1"/>
                </a:solidFill>
              </a:defRPr>
            </a:lvl7pPr>
            <a:lvl8pPr lvl="7" algn="ctr" rtl="0">
              <a:lnSpc>
                <a:spcPct val="100000"/>
              </a:lnSpc>
              <a:spcBef>
                <a:spcPts val="0"/>
              </a:spcBef>
              <a:spcAft>
                <a:spcPts val="0"/>
              </a:spcAft>
              <a:buClr>
                <a:schemeClr val="lt1"/>
              </a:buClr>
              <a:buSzPts val="1800"/>
              <a:buNone/>
              <a:defRPr sz="1800" b="1">
                <a:solidFill>
                  <a:schemeClr val="lt1"/>
                </a:solidFill>
              </a:defRPr>
            </a:lvl8pPr>
            <a:lvl9pPr lvl="8" algn="ctr" rtl="0">
              <a:lnSpc>
                <a:spcPct val="100000"/>
              </a:lnSpc>
              <a:spcBef>
                <a:spcPts val="0"/>
              </a:spcBef>
              <a:spcAft>
                <a:spcPts val="0"/>
              </a:spcAft>
              <a:buClr>
                <a:schemeClr val="lt1"/>
              </a:buClr>
              <a:buSzPts val="1800"/>
              <a:buNone/>
              <a:defRPr sz="1800" b="1">
                <a:solidFill>
                  <a:schemeClr val="lt1"/>
                </a:solidFill>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1"/>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bg>
      <p:bgPr>
        <a:solidFill>
          <a:schemeClr val="dk1"/>
        </a:solidFill>
        <a:effectLst/>
      </p:bgPr>
    </p:bg>
    <p:spTree>
      <p:nvGrpSpPr>
        <p:cNvPr id="1" name="Shape 42"/>
        <p:cNvGrpSpPr/>
        <p:nvPr/>
      </p:nvGrpSpPr>
      <p:grpSpPr>
        <a:xfrm>
          <a:off x="0" y="0"/>
          <a:ext cx="0" cy="0"/>
          <a:chOff x="0" y="0"/>
          <a:chExt cx="0" cy="0"/>
        </a:xfrm>
      </p:grpSpPr>
      <p:sp>
        <p:nvSpPr>
          <p:cNvPr id="43" name="Google Shape;43;p13"/>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44" name="Google Shape;44;p13"/>
          <p:cNvSpPr txBox="1">
            <a:spLocks noGrp="1"/>
          </p:cNvSpPr>
          <p:nvPr>
            <p:ph type="subTitle" idx="1"/>
          </p:nvPr>
        </p:nvSpPr>
        <p:spPr>
          <a:xfrm>
            <a:off x="1748875" y="1775500"/>
            <a:ext cx="2731200" cy="393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1800"/>
              <a:buNone/>
              <a:defRPr>
                <a:solidFill>
                  <a:schemeClr val="lt1"/>
                </a:solidFill>
                <a:latin typeface="Archivo Black"/>
                <a:ea typeface="Archivo Black"/>
                <a:cs typeface="Archivo Black"/>
                <a:sym typeface="Archivo Black"/>
              </a:defRPr>
            </a:lvl1pPr>
            <a:lvl2pPr lvl="1" rtl="0">
              <a:lnSpc>
                <a:spcPct val="100000"/>
              </a:lnSpc>
              <a:spcBef>
                <a:spcPts val="0"/>
              </a:spcBef>
              <a:spcAft>
                <a:spcPts val="0"/>
              </a:spcAft>
              <a:buClr>
                <a:schemeClr val="lt1"/>
              </a:buClr>
              <a:buSzPts val="1800"/>
              <a:buNone/>
              <a:defRPr sz="1800" b="1">
                <a:solidFill>
                  <a:schemeClr val="lt1"/>
                </a:solidFill>
              </a:defRPr>
            </a:lvl2pPr>
            <a:lvl3pPr lvl="2" rtl="0">
              <a:lnSpc>
                <a:spcPct val="100000"/>
              </a:lnSpc>
              <a:spcBef>
                <a:spcPts val="0"/>
              </a:spcBef>
              <a:spcAft>
                <a:spcPts val="0"/>
              </a:spcAft>
              <a:buClr>
                <a:schemeClr val="lt1"/>
              </a:buClr>
              <a:buSzPts val="1800"/>
              <a:buNone/>
              <a:defRPr sz="1800" b="1">
                <a:solidFill>
                  <a:schemeClr val="lt1"/>
                </a:solidFill>
              </a:defRPr>
            </a:lvl3pPr>
            <a:lvl4pPr lvl="3" rtl="0">
              <a:lnSpc>
                <a:spcPct val="100000"/>
              </a:lnSpc>
              <a:spcBef>
                <a:spcPts val="0"/>
              </a:spcBef>
              <a:spcAft>
                <a:spcPts val="0"/>
              </a:spcAft>
              <a:buClr>
                <a:schemeClr val="lt1"/>
              </a:buClr>
              <a:buSzPts val="1800"/>
              <a:buNone/>
              <a:defRPr sz="1800" b="1">
                <a:solidFill>
                  <a:schemeClr val="lt1"/>
                </a:solidFill>
              </a:defRPr>
            </a:lvl4pPr>
            <a:lvl5pPr lvl="4" rtl="0">
              <a:lnSpc>
                <a:spcPct val="100000"/>
              </a:lnSpc>
              <a:spcBef>
                <a:spcPts val="0"/>
              </a:spcBef>
              <a:spcAft>
                <a:spcPts val="0"/>
              </a:spcAft>
              <a:buClr>
                <a:schemeClr val="lt1"/>
              </a:buClr>
              <a:buSzPts val="1800"/>
              <a:buNone/>
              <a:defRPr sz="1800" b="1">
                <a:solidFill>
                  <a:schemeClr val="lt1"/>
                </a:solidFill>
              </a:defRPr>
            </a:lvl5pPr>
            <a:lvl6pPr lvl="5" rtl="0">
              <a:lnSpc>
                <a:spcPct val="100000"/>
              </a:lnSpc>
              <a:spcBef>
                <a:spcPts val="0"/>
              </a:spcBef>
              <a:spcAft>
                <a:spcPts val="0"/>
              </a:spcAft>
              <a:buClr>
                <a:schemeClr val="lt1"/>
              </a:buClr>
              <a:buSzPts val="1800"/>
              <a:buNone/>
              <a:defRPr sz="1800" b="1">
                <a:solidFill>
                  <a:schemeClr val="lt1"/>
                </a:solidFill>
              </a:defRPr>
            </a:lvl6pPr>
            <a:lvl7pPr lvl="6" rtl="0">
              <a:lnSpc>
                <a:spcPct val="100000"/>
              </a:lnSpc>
              <a:spcBef>
                <a:spcPts val="0"/>
              </a:spcBef>
              <a:spcAft>
                <a:spcPts val="0"/>
              </a:spcAft>
              <a:buClr>
                <a:schemeClr val="lt1"/>
              </a:buClr>
              <a:buSzPts val="1800"/>
              <a:buNone/>
              <a:defRPr sz="1800" b="1">
                <a:solidFill>
                  <a:schemeClr val="lt1"/>
                </a:solidFill>
              </a:defRPr>
            </a:lvl7pPr>
            <a:lvl8pPr lvl="7" rtl="0">
              <a:lnSpc>
                <a:spcPct val="100000"/>
              </a:lnSpc>
              <a:spcBef>
                <a:spcPts val="0"/>
              </a:spcBef>
              <a:spcAft>
                <a:spcPts val="0"/>
              </a:spcAft>
              <a:buClr>
                <a:schemeClr val="lt1"/>
              </a:buClr>
              <a:buSzPts val="1800"/>
              <a:buNone/>
              <a:defRPr sz="1800" b="1">
                <a:solidFill>
                  <a:schemeClr val="lt1"/>
                </a:solidFill>
              </a:defRPr>
            </a:lvl8pPr>
            <a:lvl9pPr lvl="8" rtl="0">
              <a:lnSpc>
                <a:spcPct val="100000"/>
              </a:lnSpc>
              <a:spcBef>
                <a:spcPts val="0"/>
              </a:spcBef>
              <a:spcAft>
                <a:spcPts val="0"/>
              </a:spcAft>
              <a:buClr>
                <a:schemeClr val="lt1"/>
              </a:buClr>
              <a:buSzPts val="1800"/>
              <a:buNone/>
              <a:defRPr sz="1800" b="1">
                <a:solidFill>
                  <a:schemeClr val="lt1"/>
                </a:solidFill>
              </a:defRPr>
            </a:lvl9pPr>
          </a:lstStyle>
          <a:p>
            <a:endParaRPr/>
          </a:p>
        </p:txBody>
      </p:sp>
      <p:sp>
        <p:nvSpPr>
          <p:cNvPr id="45" name="Google Shape;45;p13"/>
          <p:cNvSpPr txBox="1">
            <a:spLocks noGrp="1"/>
          </p:cNvSpPr>
          <p:nvPr>
            <p:ph type="subTitle" idx="2"/>
          </p:nvPr>
        </p:nvSpPr>
        <p:spPr>
          <a:xfrm>
            <a:off x="1748875" y="2168547"/>
            <a:ext cx="2731200" cy="650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1600"/>
              <a:buNone/>
              <a:defRPr sz="1400">
                <a:solidFill>
                  <a:schemeClr val="lt1"/>
                </a:solidFill>
              </a:defRPr>
            </a:lvl1pPr>
            <a:lvl2pPr lvl="1" rtl="0">
              <a:lnSpc>
                <a:spcPct val="100000"/>
              </a:lnSpc>
              <a:spcBef>
                <a:spcPts val="0"/>
              </a:spcBef>
              <a:spcAft>
                <a:spcPts val="0"/>
              </a:spcAft>
              <a:buClr>
                <a:schemeClr val="lt1"/>
              </a:buClr>
              <a:buSzPts val="1600"/>
              <a:buNone/>
              <a:defRPr sz="1600">
                <a:solidFill>
                  <a:schemeClr val="lt1"/>
                </a:solidFill>
              </a:defRPr>
            </a:lvl2pPr>
            <a:lvl3pPr lvl="2" rtl="0">
              <a:lnSpc>
                <a:spcPct val="100000"/>
              </a:lnSpc>
              <a:spcBef>
                <a:spcPts val="0"/>
              </a:spcBef>
              <a:spcAft>
                <a:spcPts val="0"/>
              </a:spcAft>
              <a:buClr>
                <a:schemeClr val="lt1"/>
              </a:buClr>
              <a:buSzPts val="1600"/>
              <a:buNone/>
              <a:defRPr sz="1600">
                <a:solidFill>
                  <a:schemeClr val="lt1"/>
                </a:solidFill>
              </a:defRPr>
            </a:lvl3pPr>
            <a:lvl4pPr lvl="3" rtl="0">
              <a:lnSpc>
                <a:spcPct val="100000"/>
              </a:lnSpc>
              <a:spcBef>
                <a:spcPts val="0"/>
              </a:spcBef>
              <a:spcAft>
                <a:spcPts val="0"/>
              </a:spcAft>
              <a:buClr>
                <a:schemeClr val="lt1"/>
              </a:buClr>
              <a:buSzPts val="1600"/>
              <a:buNone/>
              <a:defRPr sz="1600">
                <a:solidFill>
                  <a:schemeClr val="lt1"/>
                </a:solidFill>
              </a:defRPr>
            </a:lvl4pPr>
            <a:lvl5pPr lvl="4" rtl="0">
              <a:lnSpc>
                <a:spcPct val="100000"/>
              </a:lnSpc>
              <a:spcBef>
                <a:spcPts val="0"/>
              </a:spcBef>
              <a:spcAft>
                <a:spcPts val="0"/>
              </a:spcAft>
              <a:buClr>
                <a:schemeClr val="lt1"/>
              </a:buClr>
              <a:buSzPts val="1600"/>
              <a:buNone/>
              <a:defRPr sz="1600">
                <a:solidFill>
                  <a:schemeClr val="lt1"/>
                </a:solidFill>
              </a:defRPr>
            </a:lvl5pPr>
            <a:lvl6pPr lvl="5" rtl="0">
              <a:lnSpc>
                <a:spcPct val="100000"/>
              </a:lnSpc>
              <a:spcBef>
                <a:spcPts val="0"/>
              </a:spcBef>
              <a:spcAft>
                <a:spcPts val="0"/>
              </a:spcAft>
              <a:buClr>
                <a:schemeClr val="lt1"/>
              </a:buClr>
              <a:buSzPts val="1600"/>
              <a:buNone/>
              <a:defRPr sz="1600">
                <a:solidFill>
                  <a:schemeClr val="lt1"/>
                </a:solidFill>
              </a:defRPr>
            </a:lvl6pPr>
            <a:lvl7pPr lvl="6" rtl="0">
              <a:lnSpc>
                <a:spcPct val="100000"/>
              </a:lnSpc>
              <a:spcBef>
                <a:spcPts val="0"/>
              </a:spcBef>
              <a:spcAft>
                <a:spcPts val="0"/>
              </a:spcAft>
              <a:buClr>
                <a:schemeClr val="lt1"/>
              </a:buClr>
              <a:buSzPts val="1600"/>
              <a:buNone/>
              <a:defRPr sz="1600">
                <a:solidFill>
                  <a:schemeClr val="lt1"/>
                </a:solidFill>
              </a:defRPr>
            </a:lvl7pPr>
            <a:lvl8pPr lvl="7" rtl="0">
              <a:lnSpc>
                <a:spcPct val="100000"/>
              </a:lnSpc>
              <a:spcBef>
                <a:spcPts val="0"/>
              </a:spcBef>
              <a:spcAft>
                <a:spcPts val="0"/>
              </a:spcAft>
              <a:buClr>
                <a:schemeClr val="lt1"/>
              </a:buClr>
              <a:buSzPts val="1600"/>
              <a:buNone/>
              <a:defRPr sz="1600">
                <a:solidFill>
                  <a:schemeClr val="lt1"/>
                </a:solidFill>
              </a:defRPr>
            </a:lvl8pPr>
            <a:lvl9pPr lvl="8" rtl="0">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6" name="Google Shape;46;p13"/>
          <p:cNvSpPr txBox="1">
            <a:spLocks noGrp="1"/>
          </p:cNvSpPr>
          <p:nvPr>
            <p:ph type="title" idx="3" hasCustomPrompt="1"/>
          </p:nvPr>
        </p:nvSpPr>
        <p:spPr>
          <a:xfrm>
            <a:off x="713225" y="1775500"/>
            <a:ext cx="949200" cy="492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3000">
                <a:solidFill>
                  <a:schemeClr val="lt1"/>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r>
              <a:t>xx%</a:t>
            </a:r>
          </a:p>
        </p:txBody>
      </p:sp>
      <p:sp>
        <p:nvSpPr>
          <p:cNvPr id="47" name="Google Shape;47;p13"/>
          <p:cNvSpPr txBox="1">
            <a:spLocks noGrp="1"/>
          </p:cNvSpPr>
          <p:nvPr>
            <p:ph type="subTitle" idx="4"/>
          </p:nvPr>
        </p:nvSpPr>
        <p:spPr>
          <a:xfrm>
            <a:off x="5699525" y="1775500"/>
            <a:ext cx="2731200" cy="393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1800"/>
              <a:buNone/>
              <a:defRPr>
                <a:solidFill>
                  <a:schemeClr val="lt1"/>
                </a:solidFill>
                <a:latin typeface="Archivo Black"/>
                <a:ea typeface="Archivo Black"/>
                <a:cs typeface="Archivo Black"/>
                <a:sym typeface="Archivo Black"/>
              </a:defRPr>
            </a:lvl1pPr>
            <a:lvl2pPr lvl="1" rtl="0">
              <a:lnSpc>
                <a:spcPct val="100000"/>
              </a:lnSpc>
              <a:spcBef>
                <a:spcPts val="0"/>
              </a:spcBef>
              <a:spcAft>
                <a:spcPts val="0"/>
              </a:spcAft>
              <a:buClr>
                <a:schemeClr val="lt1"/>
              </a:buClr>
              <a:buSzPts val="1800"/>
              <a:buNone/>
              <a:defRPr sz="1800" b="1">
                <a:solidFill>
                  <a:schemeClr val="lt1"/>
                </a:solidFill>
              </a:defRPr>
            </a:lvl2pPr>
            <a:lvl3pPr lvl="2" rtl="0">
              <a:lnSpc>
                <a:spcPct val="100000"/>
              </a:lnSpc>
              <a:spcBef>
                <a:spcPts val="0"/>
              </a:spcBef>
              <a:spcAft>
                <a:spcPts val="0"/>
              </a:spcAft>
              <a:buClr>
                <a:schemeClr val="lt1"/>
              </a:buClr>
              <a:buSzPts val="1800"/>
              <a:buNone/>
              <a:defRPr sz="1800" b="1">
                <a:solidFill>
                  <a:schemeClr val="lt1"/>
                </a:solidFill>
              </a:defRPr>
            </a:lvl3pPr>
            <a:lvl4pPr lvl="3" rtl="0">
              <a:lnSpc>
                <a:spcPct val="100000"/>
              </a:lnSpc>
              <a:spcBef>
                <a:spcPts val="0"/>
              </a:spcBef>
              <a:spcAft>
                <a:spcPts val="0"/>
              </a:spcAft>
              <a:buClr>
                <a:schemeClr val="lt1"/>
              </a:buClr>
              <a:buSzPts val="1800"/>
              <a:buNone/>
              <a:defRPr sz="1800" b="1">
                <a:solidFill>
                  <a:schemeClr val="lt1"/>
                </a:solidFill>
              </a:defRPr>
            </a:lvl4pPr>
            <a:lvl5pPr lvl="4" rtl="0">
              <a:lnSpc>
                <a:spcPct val="100000"/>
              </a:lnSpc>
              <a:spcBef>
                <a:spcPts val="0"/>
              </a:spcBef>
              <a:spcAft>
                <a:spcPts val="0"/>
              </a:spcAft>
              <a:buClr>
                <a:schemeClr val="lt1"/>
              </a:buClr>
              <a:buSzPts val="1800"/>
              <a:buNone/>
              <a:defRPr sz="1800" b="1">
                <a:solidFill>
                  <a:schemeClr val="lt1"/>
                </a:solidFill>
              </a:defRPr>
            </a:lvl5pPr>
            <a:lvl6pPr lvl="5" rtl="0">
              <a:lnSpc>
                <a:spcPct val="100000"/>
              </a:lnSpc>
              <a:spcBef>
                <a:spcPts val="0"/>
              </a:spcBef>
              <a:spcAft>
                <a:spcPts val="0"/>
              </a:spcAft>
              <a:buClr>
                <a:schemeClr val="lt1"/>
              </a:buClr>
              <a:buSzPts val="1800"/>
              <a:buNone/>
              <a:defRPr sz="1800" b="1">
                <a:solidFill>
                  <a:schemeClr val="lt1"/>
                </a:solidFill>
              </a:defRPr>
            </a:lvl6pPr>
            <a:lvl7pPr lvl="6" rtl="0">
              <a:lnSpc>
                <a:spcPct val="100000"/>
              </a:lnSpc>
              <a:spcBef>
                <a:spcPts val="0"/>
              </a:spcBef>
              <a:spcAft>
                <a:spcPts val="0"/>
              </a:spcAft>
              <a:buClr>
                <a:schemeClr val="lt1"/>
              </a:buClr>
              <a:buSzPts val="1800"/>
              <a:buNone/>
              <a:defRPr sz="1800" b="1">
                <a:solidFill>
                  <a:schemeClr val="lt1"/>
                </a:solidFill>
              </a:defRPr>
            </a:lvl7pPr>
            <a:lvl8pPr lvl="7" rtl="0">
              <a:lnSpc>
                <a:spcPct val="100000"/>
              </a:lnSpc>
              <a:spcBef>
                <a:spcPts val="0"/>
              </a:spcBef>
              <a:spcAft>
                <a:spcPts val="0"/>
              </a:spcAft>
              <a:buClr>
                <a:schemeClr val="lt1"/>
              </a:buClr>
              <a:buSzPts val="1800"/>
              <a:buNone/>
              <a:defRPr sz="1800" b="1">
                <a:solidFill>
                  <a:schemeClr val="lt1"/>
                </a:solidFill>
              </a:defRPr>
            </a:lvl8pPr>
            <a:lvl9pPr lvl="8" rtl="0">
              <a:lnSpc>
                <a:spcPct val="100000"/>
              </a:lnSpc>
              <a:spcBef>
                <a:spcPts val="0"/>
              </a:spcBef>
              <a:spcAft>
                <a:spcPts val="0"/>
              </a:spcAft>
              <a:buClr>
                <a:schemeClr val="lt1"/>
              </a:buClr>
              <a:buSzPts val="1800"/>
              <a:buNone/>
              <a:defRPr sz="1800" b="1">
                <a:solidFill>
                  <a:schemeClr val="lt1"/>
                </a:solidFill>
              </a:defRPr>
            </a:lvl9pPr>
          </a:lstStyle>
          <a:p>
            <a:endParaRPr/>
          </a:p>
        </p:txBody>
      </p:sp>
      <p:sp>
        <p:nvSpPr>
          <p:cNvPr id="48" name="Google Shape;48;p13"/>
          <p:cNvSpPr txBox="1">
            <a:spLocks noGrp="1"/>
          </p:cNvSpPr>
          <p:nvPr>
            <p:ph type="subTitle" idx="5"/>
          </p:nvPr>
        </p:nvSpPr>
        <p:spPr>
          <a:xfrm>
            <a:off x="5699525" y="2168472"/>
            <a:ext cx="2731200" cy="650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1600"/>
              <a:buNone/>
              <a:defRPr sz="1400">
                <a:solidFill>
                  <a:schemeClr val="lt1"/>
                </a:solidFill>
              </a:defRPr>
            </a:lvl1pPr>
            <a:lvl2pPr lvl="1" rtl="0">
              <a:lnSpc>
                <a:spcPct val="100000"/>
              </a:lnSpc>
              <a:spcBef>
                <a:spcPts val="0"/>
              </a:spcBef>
              <a:spcAft>
                <a:spcPts val="0"/>
              </a:spcAft>
              <a:buClr>
                <a:schemeClr val="lt1"/>
              </a:buClr>
              <a:buSzPts val="1600"/>
              <a:buNone/>
              <a:defRPr sz="1600">
                <a:solidFill>
                  <a:schemeClr val="lt1"/>
                </a:solidFill>
              </a:defRPr>
            </a:lvl2pPr>
            <a:lvl3pPr lvl="2" rtl="0">
              <a:lnSpc>
                <a:spcPct val="100000"/>
              </a:lnSpc>
              <a:spcBef>
                <a:spcPts val="0"/>
              </a:spcBef>
              <a:spcAft>
                <a:spcPts val="0"/>
              </a:spcAft>
              <a:buClr>
                <a:schemeClr val="lt1"/>
              </a:buClr>
              <a:buSzPts val="1600"/>
              <a:buNone/>
              <a:defRPr sz="1600">
                <a:solidFill>
                  <a:schemeClr val="lt1"/>
                </a:solidFill>
              </a:defRPr>
            </a:lvl3pPr>
            <a:lvl4pPr lvl="3" rtl="0">
              <a:lnSpc>
                <a:spcPct val="100000"/>
              </a:lnSpc>
              <a:spcBef>
                <a:spcPts val="0"/>
              </a:spcBef>
              <a:spcAft>
                <a:spcPts val="0"/>
              </a:spcAft>
              <a:buClr>
                <a:schemeClr val="lt1"/>
              </a:buClr>
              <a:buSzPts val="1600"/>
              <a:buNone/>
              <a:defRPr sz="1600">
                <a:solidFill>
                  <a:schemeClr val="lt1"/>
                </a:solidFill>
              </a:defRPr>
            </a:lvl4pPr>
            <a:lvl5pPr lvl="4" rtl="0">
              <a:lnSpc>
                <a:spcPct val="100000"/>
              </a:lnSpc>
              <a:spcBef>
                <a:spcPts val="0"/>
              </a:spcBef>
              <a:spcAft>
                <a:spcPts val="0"/>
              </a:spcAft>
              <a:buClr>
                <a:schemeClr val="lt1"/>
              </a:buClr>
              <a:buSzPts val="1600"/>
              <a:buNone/>
              <a:defRPr sz="1600">
                <a:solidFill>
                  <a:schemeClr val="lt1"/>
                </a:solidFill>
              </a:defRPr>
            </a:lvl5pPr>
            <a:lvl6pPr lvl="5" rtl="0">
              <a:lnSpc>
                <a:spcPct val="100000"/>
              </a:lnSpc>
              <a:spcBef>
                <a:spcPts val="0"/>
              </a:spcBef>
              <a:spcAft>
                <a:spcPts val="0"/>
              </a:spcAft>
              <a:buClr>
                <a:schemeClr val="lt1"/>
              </a:buClr>
              <a:buSzPts val="1600"/>
              <a:buNone/>
              <a:defRPr sz="1600">
                <a:solidFill>
                  <a:schemeClr val="lt1"/>
                </a:solidFill>
              </a:defRPr>
            </a:lvl6pPr>
            <a:lvl7pPr lvl="6" rtl="0">
              <a:lnSpc>
                <a:spcPct val="100000"/>
              </a:lnSpc>
              <a:spcBef>
                <a:spcPts val="0"/>
              </a:spcBef>
              <a:spcAft>
                <a:spcPts val="0"/>
              </a:spcAft>
              <a:buClr>
                <a:schemeClr val="lt1"/>
              </a:buClr>
              <a:buSzPts val="1600"/>
              <a:buNone/>
              <a:defRPr sz="1600">
                <a:solidFill>
                  <a:schemeClr val="lt1"/>
                </a:solidFill>
              </a:defRPr>
            </a:lvl7pPr>
            <a:lvl8pPr lvl="7" rtl="0">
              <a:lnSpc>
                <a:spcPct val="100000"/>
              </a:lnSpc>
              <a:spcBef>
                <a:spcPts val="0"/>
              </a:spcBef>
              <a:spcAft>
                <a:spcPts val="0"/>
              </a:spcAft>
              <a:buClr>
                <a:schemeClr val="lt1"/>
              </a:buClr>
              <a:buSzPts val="1600"/>
              <a:buNone/>
              <a:defRPr sz="1600">
                <a:solidFill>
                  <a:schemeClr val="lt1"/>
                </a:solidFill>
              </a:defRPr>
            </a:lvl8pPr>
            <a:lvl9pPr lvl="8" rtl="0">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9" name="Google Shape;49;p13"/>
          <p:cNvSpPr txBox="1">
            <a:spLocks noGrp="1"/>
          </p:cNvSpPr>
          <p:nvPr>
            <p:ph type="title" idx="6" hasCustomPrompt="1"/>
          </p:nvPr>
        </p:nvSpPr>
        <p:spPr>
          <a:xfrm>
            <a:off x="4663875" y="1775500"/>
            <a:ext cx="949200" cy="492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3000">
                <a:solidFill>
                  <a:schemeClr val="lt1"/>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r>
              <a:t>xx%</a:t>
            </a:r>
          </a:p>
        </p:txBody>
      </p:sp>
      <p:sp>
        <p:nvSpPr>
          <p:cNvPr id="50" name="Google Shape;50;p13"/>
          <p:cNvSpPr txBox="1">
            <a:spLocks noGrp="1"/>
          </p:cNvSpPr>
          <p:nvPr>
            <p:ph type="subTitle" idx="7"/>
          </p:nvPr>
        </p:nvSpPr>
        <p:spPr>
          <a:xfrm>
            <a:off x="1748875" y="3460725"/>
            <a:ext cx="2731200" cy="393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1800"/>
              <a:buNone/>
              <a:defRPr>
                <a:solidFill>
                  <a:schemeClr val="lt1"/>
                </a:solidFill>
                <a:latin typeface="Archivo Black"/>
                <a:ea typeface="Archivo Black"/>
                <a:cs typeface="Archivo Black"/>
                <a:sym typeface="Archivo Black"/>
              </a:defRPr>
            </a:lvl1pPr>
            <a:lvl2pPr lvl="1" rtl="0">
              <a:lnSpc>
                <a:spcPct val="100000"/>
              </a:lnSpc>
              <a:spcBef>
                <a:spcPts val="0"/>
              </a:spcBef>
              <a:spcAft>
                <a:spcPts val="0"/>
              </a:spcAft>
              <a:buClr>
                <a:schemeClr val="lt1"/>
              </a:buClr>
              <a:buSzPts val="1800"/>
              <a:buNone/>
              <a:defRPr sz="1800" b="1">
                <a:solidFill>
                  <a:schemeClr val="lt1"/>
                </a:solidFill>
              </a:defRPr>
            </a:lvl2pPr>
            <a:lvl3pPr lvl="2" rtl="0">
              <a:lnSpc>
                <a:spcPct val="100000"/>
              </a:lnSpc>
              <a:spcBef>
                <a:spcPts val="0"/>
              </a:spcBef>
              <a:spcAft>
                <a:spcPts val="0"/>
              </a:spcAft>
              <a:buClr>
                <a:schemeClr val="lt1"/>
              </a:buClr>
              <a:buSzPts val="1800"/>
              <a:buNone/>
              <a:defRPr sz="1800" b="1">
                <a:solidFill>
                  <a:schemeClr val="lt1"/>
                </a:solidFill>
              </a:defRPr>
            </a:lvl3pPr>
            <a:lvl4pPr lvl="3" rtl="0">
              <a:lnSpc>
                <a:spcPct val="100000"/>
              </a:lnSpc>
              <a:spcBef>
                <a:spcPts val="0"/>
              </a:spcBef>
              <a:spcAft>
                <a:spcPts val="0"/>
              </a:spcAft>
              <a:buClr>
                <a:schemeClr val="lt1"/>
              </a:buClr>
              <a:buSzPts val="1800"/>
              <a:buNone/>
              <a:defRPr sz="1800" b="1">
                <a:solidFill>
                  <a:schemeClr val="lt1"/>
                </a:solidFill>
              </a:defRPr>
            </a:lvl4pPr>
            <a:lvl5pPr lvl="4" rtl="0">
              <a:lnSpc>
                <a:spcPct val="100000"/>
              </a:lnSpc>
              <a:spcBef>
                <a:spcPts val="0"/>
              </a:spcBef>
              <a:spcAft>
                <a:spcPts val="0"/>
              </a:spcAft>
              <a:buClr>
                <a:schemeClr val="lt1"/>
              </a:buClr>
              <a:buSzPts val="1800"/>
              <a:buNone/>
              <a:defRPr sz="1800" b="1">
                <a:solidFill>
                  <a:schemeClr val="lt1"/>
                </a:solidFill>
              </a:defRPr>
            </a:lvl5pPr>
            <a:lvl6pPr lvl="5" rtl="0">
              <a:lnSpc>
                <a:spcPct val="100000"/>
              </a:lnSpc>
              <a:spcBef>
                <a:spcPts val="0"/>
              </a:spcBef>
              <a:spcAft>
                <a:spcPts val="0"/>
              </a:spcAft>
              <a:buClr>
                <a:schemeClr val="lt1"/>
              </a:buClr>
              <a:buSzPts val="1800"/>
              <a:buNone/>
              <a:defRPr sz="1800" b="1">
                <a:solidFill>
                  <a:schemeClr val="lt1"/>
                </a:solidFill>
              </a:defRPr>
            </a:lvl6pPr>
            <a:lvl7pPr lvl="6" rtl="0">
              <a:lnSpc>
                <a:spcPct val="100000"/>
              </a:lnSpc>
              <a:spcBef>
                <a:spcPts val="0"/>
              </a:spcBef>
              <a:spcAft>
                <a:spcPts val="0"/>
              </a:spcAft>
              <a:buClr>
                <a:schemeClr val="lt1"/>
              </a:buClr>
              <a:buSzPts val="1800"/>
              <a:buNone/>
              <a:defRPr sz="1800" b="1">
                <a:solidFill>
                  <a:schemeClr val="lt1"/>
                </a:solidFill>
              </a:defRPr>
            </a:lvl7pPr>
            <a:lvl8pPr lvl="7" rtl="0">
              <a:lnSpc>
                <a:spcPct val="100000"/>
              </a:lnSpc>
              <a:spcBef>
                <a:spcPts val="0"/>
              </a:spcBef>
              <a:spcAft>
                <a:spcPts val="0"/>
              </a:spcAft>
              <a:buClr>
                <a:schemeClr val="lt1"/>
              </a:buClr>
              <a:buSzPts val="1800"/>
              <a:buNone/>
              <a:defRPr sz="1800" b="1">
                <a:solidFill>
                  <a:schemeClr val="lt1"/>
                </a:solidFill>
              </a:defRPr>
            </a:lvl8pPr>
            <a:lvl9pPr lvl="8" rtl="0">
              <a:lnSpc>
                <a:spcPct val="100000"/>
              </a:lnSpc>
              <a:spcBef>
                <a:spcPts val="0"/>
              </a:spcBef>
              <a:spcAft>
                <a:spcPts val="0"/>
              </a:spcAft>
              <a:buClr>
                <a:schemeClr val="lt1"/>
              </a:buClr>
              <a:buSzPts val="1800"/>
              <a:buNone/>
              <a:defRPr sz="1800" b="1">
                <a:solidFill>
                  <a:schemeClr val="lt1"/>
                </a:solidFill>
              </a:defRPr>
            </a:lvl9pPr>
          </a:lstStyle>
          <a:p>
            <a:endParaRPr/>
          </a:p>
        </p:txBody>
      </p:sp>
      <p:sp>
        <p:nvSpPr>
          <p:cNvPr id="51" name="Google Shape;51;p13"/>
          <p:cNvSpPr txBox="1">
            <a:spLocks noGrp="1"/>
          </p:cNvSpPr>
          <p:nvPr>
            <p:ph type="subTitle" idx="8"/>
          </p:nvPr>
        </p:nvSpPr>
        <p:spPr>
          <a:xfrm>
            <a:off x="1748875" y="3853697"/>
            <a:ext cx="2731200" cy="650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1600"/>
              <a:buNone/>
              <a:defRPr sz="1400">
                <a:solidFill>
                  <a:schemeClr val="lt1"/>
                </a:solidFill>
              </a:defRPr>
            </a:lvl1pPr>
            <a:lvl2pPr lvl="1" rtl="0">
              <a:lnSpc>
                <a:spcPct val="100000"/>
              </a:lnSpc>
              <a:spcBef>
                <a:spcPts val="0"/>
              </a:spcBef>
              <a:spcAft>
                <a:spcPts val="0"/>
              </a:spcAft>
              <a:buClr>
                <a:schemeClr val="lt1"/>
              </a:buClr>
              <a:buSzPts val="1600"/>
              <a:buNone/>
              <a:defRPr sz="1600">
                <a:solidFill>
                  <a:schemeClr val="lt1"/>
                </a:solidFill>
              </a:defRPr>
            </a:lvl2pPr>
            <a:lvl3pPr lvl="2" rtl="0">
              <a:lnSpc>
                <a:spcPct val="100000"/>
              </a:lnSpc>
              <a:spcBef>
                <a:spcPts val="0"/>
              </a:spcBef>
              <a:spcAft>
                <a:spcPts val="0"/>
              </a:spcAft>
              <a:buClr>
                <a:schemeClr val="lt1"/>
              </a:buClr>
              <a:buSzPts val="1600"/>
              <a:buNone/>
              <a:defRPr sz="1600">
                <a:solidFill>
                  <a:schemeClr val="lt1"/>
                </a:solidFill>
              </a:defRPr>
            </a:lvl3pPr>
            <a:lvl4pPr lvl="3" rtl="0">
              <a:lnSpc>
                <a:spcPct val="100000"/>
              </a:lnSpc>
              <a:spcBef>
                <a:spcPts val="0"/>
              </a:spcBef>
              <a:spcAft>
                <a:spcPts val="0"/>
              </a:spcAft>
              <a:buClr>
                <a:schemeClr val="lt1"/>
              </a:buClr>
              <a:buSzPts val="1600"/>
              <a:buNone/>
              <a:defRPr sz="1600">
                <a:solidFill>
                  <a:schemeClr val="lt1"/>
                </a:solidFill>
              </a:defRPr>
            </a:lvl4pPr>
            <a:lvl5pPr lvl="4" rtl="0">
              <a:lnSpc>
                <a:spcPct val="100000"/>
              </a:lnSpc>
              <a:spcBef>
                <a:spcPts val="0"/>
              </a:spcBef>
              <a:spcAft>
                <a:spcPts val="0"/>
              </a:spcAft>
              <a:buClr>
                <a:schemeClr val="lt1"/>
              </a:buClr>
              <a:buSzPts val="1600"/>
              <a:buNone/>
              <a:defRPr sz="1600">
                <a:solidFill>
                  <a:schemeClr val="lt1"/>
                </a:solidFill>
              </a:defRPr>
            </a:lvl5pPr>
            <a:lvl6pPr lvl="5" rtl="0">
              <a:lnSpc>
                <a:spcPct val="100000"/>
              </a:lnSpc>
              <a:spcBef>
                <a:spcPts val="0"/>
              </a:spcBef>
              <a:spcAft>
                <a:spcPts val="0"/>
              </a:spcAft>
              <a:buClr>
                <a:schemeClr val="lt1"/>
              </a:buClr>
              <a:buSzPts val="1600"/>
              <a:buNone/>
              <a:defRPr sz="1600">
                <a:solidFill>
                  <a:schemeClr val="lt1"/>
                </a:solidFill>
              </a:defRPr>
            </a:lvl6pPr>
            <a:lvl7pPr lvl="6" rtl="0">
              <a:lnSpc>
                <a:spcPct val="100000"/>
              </a:lnSpc>
              <a:spcBef>
                <a:spcPts val="0"/>
              </a:spcBef>
              <a:spcAft>
                <a:spcPts val="0"/>
              </a:spcAft>
              <a:buClr>
                <a:schemeClr val="lt1"/>
              </a:buClr>
              <a:buSzPts val="1600"/>
              <a:buNone/>
              <a:defRPr sz="1600">
                <a:solidFill>
                  <a:schemeClr val="lt1"/>
                </a:solidFill>
              </a:defRPr>
            </a:lvl7pPr>
            <a:lvl8pPr lvl="7" rtl="0">
              <a:lnSpc>
                <a:spcPct val="100000"/>
              </a:lnSpc>
              <a:spcBef>
                <a:spcPts val="0"/>
              </a:spcBef>
              <a:spcAft>
                <a:spcPts val="0"/>
              </a:spcAft>
              <a:buClr>
                <a:schemeClr val="lt1"/>
              </a:buClr>
              <a:buSzPts val="1600"/>
              <a:buNone/>
              <a:defRPr sz="1600">
                <a:solidFill>
                  <a:schemeClr val="lt1"/>
                </a:solidFill>
              </a:defRPr>
            </a:lvl8pPr>
            <a:lvl9pPr lvl="8" rtl="0">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52" name="Google Shape;52;p13"/>
          <p:cNvSpPr txBox="1">
            <a:spLocks noGrp="1"/>
          </p:cNvSpPr>
          <p:nvPr>
            <p:ph type="title" idx="9" hasCustomPrompt="1"/>
          </p:nvPr>
        </p:nvSpPr>
        <p:spPr>
          <a:xfrm>
            <a:off x="713225" y="3460725"/>
            <a:ext cx="949200" cy="492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3000">
                <a:solidFill>
                  <a:schemeClr val="lt1"/>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r>
              <a:t>xx%</a:t>
            </a:r>
          </a:p>
        </p:txBody>
      </p:sp>
      <p:sp>
        <p:nvSpPr>
          <p:cNvPr id="53" name="Google Shape;53;p13"/>
          <p:cNvSpPr txBox="1">
            <a:spLocks noGrp="1"/>
          </p:cNvSpPr>
          <p:nvPr>
            <p:ph type="subTitle" idx="13"/>
          </p:nvPr>
        </p:nvSpPr>
        <p:spPr>
          <a:xfrm>
            <a:off x="5699525" y="3460725"/>
            <a:ext cx="2731200" cy="393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1800"/>
              <a:buNone/>
              <a:defRPr>
                <a:solidFill>
                  <a:schemeClr val="lt1"/>
                </a:solidFill>
                <a:latin typeface="Archivo Black"/>
                <a:ea typeface="Archivo Black"/>
                <a:cs typeface="Archivo Black"/>
                <a:sym typeface="Archivo Black"/>
              </a:defRPr>
            </a:lvl1pPr>
            <a:lvl2pPr lvl="1" rtl="0">
              <a:lnSpc>
                <a:spcPct val="100000"/>
              </a:lnSpc>
              <a:spcBef>
                <a:spcPts val="0"/>
              </a:spcBef>
              <a:spcAft>
                <a:spcPts val="0"/>
              </a:spcAft>
              <a:buClr>
                <a:schemeClr val="lt1"/>
              </a:buClr>
              <a:buSzPts val="1800"/>
              <a:buNone/>
              <a:defRPr sz="1800" b="1">
                <a:solidFill>
                  <a:schemeClr val="lt1"/>
                </a:solidFill>
              </a:defRPr>
            </a:lvl2pPr>
            <a:lvl3pPr lvl="2" rtl="0">
              <a:lnSpc>
                <a:spcPct val="100000"/>
              </a:lnSpc>
              <a:spcBef>
                <a:spcPts val="0"/>
              </a:spcBef>
              <a:spcAft>
                <a:spcPts val="0"/>
              </a:spcAft>
              <a:buClr>
                <a:schemeClr val="lt1"/>
              </a:buClr>
              <a:buSzPts val="1800"/>
              <a:buNone/>
              <a:defRPr sz="1800" b="1">
                <a:solidFill>
                  <a:schemeClr val="lt1"/>
                </a:solidFill>
              </a:defRPr>
            </a:lvl3pPr>
            <a:lvl4pPr lvl="3" rtl="0">
              <a:lnSpc>
                <a:spcPct val="100000"/>
              </a:lnSpc>
              <a:spcBef>
                <a:spcPts val="0"/>
              </a:spcBef>
              <a:spcAft>
                <a:spcPts val="0"/>
              </a:spcAft>
              <a:buClr>
                <a:schemeClr val="lt1"/>
              </a:buClr>
              <a:buSzPts val="1800"/>
              <a:buNone/>
              <a:defRPr sz="1800" b="1">
                <a:solidFill>
                  <a:schemeClr val="lt1"/>
                </a:solidFill>
              </a:defRPr>
            </a:lvl4pPr>
            <a:lvl5pPr lvl="4" rtl="0">
              <a:lnSpc>
                <a:spcPct val="100000"/>
              </a:lnSpc>
              <a:spcBef>
                <a:spcPts val="0"/>
              </a:spcBef>
              <a:spcAft>
                <a:spcPts val="0"/>
              </a:spcAft>
              <a:buClr>
                <a:schemeClr val="lt1"/>
              </a:buClr>
              <a:buSzPts val="1800"/>
              <a:buNone/>
              <a:defRPr sz="1800" b="1">
                <a:solidFill>
                  <a:schemeClr val="lt1"/>
                </a:solidFill>
              </a:defRPr>
            </a:lvl5pPr>
            <a:lvl6pPr lvl="5" rtl="0">
              <a:lnSpc>
                <a:spcPct val="100000"/>
              </a:lnSpc>
              <a:spcBef>
                <a:spcPts val="0"/>
              </a:spcBef>
              <a:spcAft>
                <a:spcPts val="0"/>
              </a:spcAft>
              <a:buClr>
                <a:schemeClr val="lt1"/>
              </a:buClr>
              <a:buSzPts val="1800"/>
              <a:buNone/>
              <a:defRPr sz="1800" b="1">
                <a:solidFill>
                  <a:schemeClr val="lt1"/>
                </a:solidFill>
              </a:defRPr>
            </a:lvl6pPr>
            <a:lvl7pPr lvl="6" rtl="0">
              <a:lnSpc>
                <a:spcPct val="100000"/>
              </a:lnSpc>
              <a:spcBef>
                <a:spcPts val="0"/>
              </a:spcBef>
              <a:spcAft>
                <a:spcPts val="0"/>
              </a:spcAft>
              <a:buClr>
                <a:schemeClr val="lt1"/>
              </a:buClr>
              <a:buSzPts val="1800"/>
              <a:buNone/>
              <a:defRPr sz="1800" b="1">
                <a:solidFill>
                  <a:schemeClr val="lt1"/>
                </a:solidFill>
              </a:defRPr>
            </a:lvl7pPr>
            <a:lvl8pPr lvl="7" rtl="0">
              <a:lnSpc>
                <a:spcPct val="100000"/>
              </a:lnSpc>
              <a:spcBef>
                <a:spcPts val="0"/>
              </a:spcBef>
              <a:spcAft>
                <a:spcPts val="0"/>
              </a:spcAft>
              <a:buClr>
                <a:schemeClr val="lt1"/>
              </a:buClr>
              <a:buSzPts val="1800"/>
              <a:buNone/>
              <a:defRPr sz="1800" b="1">
                <a:solidFill>
                  <a:schemeClr val="lt1"/>
                </a:solidFill>
              </a:defRPr>
            </a:lvl8pPr>
            <a:lvl9pPr lvl="8" rtl="0">
              <a:lnSpc>
                <a:spcPct val="100000"/>
              </a:lnSpc>
              <a:spcBef>
                <a:spcPts val="0"/>
              </a:spcBef>
              <a:spcAft>
                <a:spcPts val="0"/>
              </a:spcAft>
              <a:buClr>
                <a:schemeClr val="lt1"/>
              </a:buClr>
              <a:buSzPts val="1800"/>
              <a:buNone/>
              <a:defRPr sz="1800" b="1">
                <a:solidFill>
                  <a:schemeClr val="lt1"/>
                </a:solidFill>
              </a:defRPr>
            </a:lvl9pPr>
          </a:lstStyle>
          <a:p>
            <a:endParaRPr/>
          </a:p>
        </p:txBody>
      </p:sp>
      <p:sp>
        <p:nvSpPr>
          <p:cNvPr id="54" name="Google Shape;54;p13"/>
          <p:cNvSpPr txBox="1">
            <a:spLocks noGrp="1"/>
          </p:cNvSpPr>
          <p:nvPr>
            <p:ph type="subTitle" idx="14"/>
          </p:nvPr>
        </p:nvSpPr>
        <p:spPr>
          <a:xfrm>
            <a:off x="5699525" y="3853697"/>
            <a:ext cx="2731200" cy="6507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1600"/>
              <a:buNone/>
              <a:defRPr sz="1400">
                <a:solidFill>
                  <a:schemeClr val="lt1"/>
                </a:solidFill>
              </a:defRPr>
            </a:lvl1pPr>
            <a:lvl2pPr lvl="1" rtl="0">
              <a:lnSpc>
                <a:spcPct val="100000"/>
              </a:lnSpc>
              <a:spcBef>
                <a:spcPts val="0"/>
              </a:spcBef>
              <a:spcAft>
                <a:spcPts val="0"/>
              </a:spcAft>
              <a:buClr>
                <a:schemeClr val="lt1"/>
              </a:buClr>
              <a:buSzPts val="1600"/>
              <a:buNone/>
              <a:defRPr sz="1600">
                <a:solidFill>
                  <a:schemeClr val="lt1"/>
                </a:solidFill>
              </a:defRPr>
            </a:lvl2pPr>
            <a:lvl3pPr lvl="2" rtl="0">
              <a:lnSpc>
                <a:spcPct val="100000"/>
              </a:lnSpc>
              <a:spcBef>
                <a:spcPts val="0"/>
              </a:spcBef>
              <a:spcAft>
                <a:spcPts val="0"/>
              </a:spcAft>
              <a:buClr>
                <a:schemeClr val="lt1"/>
              </a:buClr>
              <a:buSzPts val="1600"/>
              <a:buNone/>
              <a:defRPr sz="1600">
                <a:solidFill>
                  <a:schemeClr val="lt1"/>
                </a:solidFill>
              </a:defRPr>
            </a:lvl3pPr>
            <a:lvl4pPr lvl="3" rtl="0">
              <a:lnSpc>
                <a:spcPct val="100000"/>
              </a:lnSpc>
              <a:spcBef>
                <a:spcPts val="0"/>
              </a:spcBef>
              <a:spcAft>
                <a:spcPts val="0"/>
              </a:spcAft>
              <a:buClr>
                <a:schemeClr val="lt1"/>
              </a:buClr>
              <a:buSzPts val="1600"/>
              <a:buNone/>
              <a:defRPr sz="1600">
                <a:solidFill>
                  <a:schemeClr val="lt1"/>
                </a:solidFill>
              </a:defRPr>
            </a:lvl4pPr>
            <a:lvl5pPr lvl="4" rtl="0">
              <a:lnSpc>
                <a:spcPct val="100000"/>
              </a:lnSpc>
              <a:spcBef>
                <a:spcPts val="0"/>
              </a:spcBef>
              <a:spcAft>
                <a:spcPts val="0"/>
              </a:spcAft>
              <a:buClr>
                <a:schemeClr val="lt1"/>
              </a:buClr>
              <a:buSzPts val="1600"/>
              <a:buNone/>
              <a:defRPr sz="1600">
                <a:solidFill>
                  <a:schemeClr val="lt1"/>
                </a:solidFill>
              </a:defRPr>
            </a:lvl5pPr>
            <a:lvl6pPr lvl="5" rtl="0">
              <a:lnSpc>
                <a:spcPct val="100000"/>
              </a:lnSpc>
              <a:spcBef>
                <a:spcPts val="0"/>
              </a:spcBef>
              <a:spcAft>
                <a:spcPts val="0"/>
              </a:spcAft>
              <a:buClr>
                <a:schemeClr val="lt1"/>
              </a:buClr>
              <a:buSzPts val="1600"/>
              <a:buNone/>
              <a:defRPr sz="1600">
                <a:solidFill>
                  <a:schemeClr val="lt1"/>
                </a:solidFill>
              </a:defRPr>
            </a:lvl6pPr>
            <a:lvl7pPr lvl="6" rtl="0">
              <a:lnSpc>
                <a:spcPct val="100000"/>
              </a:lnSpc>
              <a:spcBef>
                <a:spcPts val="0"/>
              </a:spcBef>
              <a:spcAft>
                <a:spcPts val="0"/>
              </a:spcAft>
              <a:buClr>
                <a:schemeClr val="lt1"/>
              </a:buClr>
              <a:buSzPts val="1600"/>
              <a:buNone/>
              <a:defRPr sz="1600">
                <a:solidFill>
                  <a:schemeClr val="lt1"/>
                </a:solidFill>
              </a:defRPr>
            </a:lvl7pPr>
            <a:lvl8pPr lvl="7" rtl="0">
              <a:lnSpc>
                <a:spcPct val="100000"/>
              </a:lnSpc>
              <a:spcBef>
                <a:spcPts val="0"/>
              </a:spcBef>
              <a:spcAft>
                <a:spcPts val="0"/>
              </a:spcAft>
              <a:buClr>
                <a:schemeClr val="lt1"/>
              </a:buClr>
              <a:buSzPts val="1600"/>
              <a:buNone/>
              <a:defRPr sz="1600">
                <a:solidFill>
                  <a:schemeClr val="lt1"/>
                </a:solidFill>
              </a:defRPr>
            </a:lvl8pPr>
            <a:lvl9pPr lvl="8" rtl="0">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55" name="Google Shape;55;p13"/>
          <p:cNvSpPr txBox="1">
            <a:spLocks noGrp="1"/>
          </p:cNvSpPr>
          <p:nvPr>
            <p:ph type="title" idx="15" hasCustomPrompt="1"/>
          </p:nvPr>
        </p:nvSpPr>
        <p:spPr>
          <a:xfrm>
            <a:off x="4663875" y="3460725"/>
            <a:ext cx="949200" cy="4926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3000">
                <a:solidFill>
                  <a:schemeClr val="lt1"/>
                </a:solidFill>
              </a:defRPr>
            </a:lvl1pPr>
            <a:lvl2pPr lvl="1" algn="ctr" rtl="0">
              <a:spcBef>
                <a:spcPts val="0"/>
              </a:spcBef>
              <a:spcAft>
                <a:spcPts val="0"/>
              </a:spcAft>
              <a:buClr>
                <a:schemeClr val="lt1"/>
              </a:buClr>
              <a:buSzPts val="1800"/>
              <a:buNone/>
              <a:defRPr sz="1800">
                <a:solidFill>
                  <a:schemeClr val="lt1"/>
                </a:solidFill>
              </a:defRPr>
            </a:lvl2pPr>
            <a:lvl3pPr lvl="2" algn="ctr" rtl="0">
              <a:spcBef>
                <a:spcPts val="0"/>
              </a:spcBef>
              <a:spcAft>
                <a:spcPts val="0"/>
              </a:spcAft>
              <a:buClr>
                <a:schemeClr val="lt1"/>
              </a:buClr>
              <a:buSzPts val="1800"/>
              <a:buNone/>
              <a:defRPr sz="1800">
                <a:solidFill>
                  <a:schemeClr val="lt1"/>
                </a:solidFill>
              </a:defRPr>
            </a:lvl3pPr>
            <a:lvl4pPr lvl="3" algn="ctr" rtl="0">
              <a:spcBef>
                <a:spcPts val="0"/>
              </a:spcBef>
              <a:spcAft>
                <a:spcPts val="0"/>
              </a:spcAft>
              <a:buClr>
                <a:schemeClr val="lt1"/>
              </a:buClr>
              <a:buSzPts val="1800"/>
              <a:buNone/>
              <a:defRPr sz="1800">
                <a:solidFill>
                  <a:schemeClr val="lt1"/>
                </a:solidFill>
              </a:defRPr>
            </a:lvl4pPr>
            <a:lvl5pPr lvl="4" algn="ctr" rtl="0">
              <a:spcBef>
                <a:spcPts val="0"/>
              </a:spcBef>
              <a:spcAft>
                <a:spcPts val="0"/>
              </a:spcAft>
              <a:buClr>
                <a:schemeClr val="lt1"/>
              </a:buClr>
              <a:buSzPts val="1800"/>
              <a:buNone/>
              <a:defRPr sz="1800">
                <a:solidFill>
                  <a:schemeClr val="lt1"/>
                </a:solidFill>
              </a:defRPr>
            </a:lvl5pPr>
            <a:lvl6pPr lvl="5" algn="ctr" rtl="0">
              <a:spcBef>
                <a:spcPts val="0"/>
              </a:spcBef>
              <a:spcAft>
                <a:spcPts val="0"/>
              </a:spcAft>
              <a:buClr>
                <a:schemeClr val="lt1"/>
              </a:buClr>
              <a:buSzPts val="1800"/>
              <a:buNone/>
              <a:defRPr sz="1800">
                <a:solidFill>
                  <a:schemeClr val="lt1"/>
                </a:solidFill>
              </a:defRPr>
            </a:lvl6pPr>
            <a:lvl7pPr lvl="6" algn="ctr" rtl="0">
              <a:spcBef>
                <a:spcPts val="0"/>
              </a:spcBef>
              <a:spcAft>
                <a:spcPts val="0"/>
              </a:spcAft>
              <a:buClr>
                <a:schemeClr val="lt1"/>
              </a:buClr>
              <a:buSzPts val="1800"/>
              <a:buNone/>
              <a:defRPr sz="1800">
                <a:solidFill>
                  <a:schemeClr val="lt1"/>
                </a:solidFill>
              </a:defRPr>
            </a:lvl7pPr>
            <a:lvl8pPr lvl="7" algn="ctr" rtl="0">
              <a:spcBef>
                <a:spcPts val="0"/>
              </a:spcBef>
              <a:spcAft>
                <a:spcPts val="0"/>
              </a:spcAft>
              <a:buClr>
                <a:schemeClr val="lt1"/>
              </a:buClr>
              <a:buSzPts val="1800"/>
              <a:buNone/>
              <a:defRPr sz="1800">
                <a:solidFill>
                  <a:schemeClr val="lt1"/>
                </a:solidFill>
              </a:defRPr>
            </a:lvl8pPr>
            <a:lvl9pPr lvl="8" algn="ctr" rtl="0">
              <a:spcBef>
                <a:spcPts val="0"/>
              </a:spcBef>
              <a:spcAft>
                <a:spcPts val="0"/>
              </a:spcAft>
              <a:buClr>
                <a:schemeClr val="lt1"/>
              </a:buClr>
              <a:buSzPts val="1800"/>
              <a:buNone/>
              <a:defRPr sz="1800">
                <a:solidFill>
                  <a:schemeClr val="lt1"/>
                </a:solidFill>
              </a:defRPr>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p:cSld name="CUSTOM_1">
    <p:bg>
      <p:bgPr>
        <a:solidFill>
          <a:schemeClr val="dk1"/>
        </a:solidFill>
        <a:effectLst/>
      </p:bgPr>
    </p:bg>
    <p:spTree>
      <p:nvGrpSpPr>
        <p:cNvPr id="1" name="Shape 56"/>
        <p:cNvGrpSpPr/>
        <p:nvPr/>
      </p:nvGrpSpPr>
      <p:grpSpPr>
        <a:xfrm>
          <a:off x="0" y="0"/>
          <a:ext cx="0" cy="0"/>
          <a:chOff x="0" y="0"/>
          <a:chExt cx="0" cy="0"/>
        </a:xfrm>
      </p:grpSpPr>
      <p:sp>
        <p:nvSpPr>
          <p:cNvPr id="57" name="Google Shape;57;p14"/>
          <p:cNvSpPr txBox="1">
            <a:spLocks noGrp="1"/>
          </p:cNvSpPr>
          <p:nvPr>
            <p:ph type="subTitle" idx="1"/>
          </p:nvPr>
        </p:nvSpPr>
        <p:spPr>
          <a:xfrm>
            <a:off x="1105650" y="2869050"/>
            <a:ext cx="4951500" cy="6084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lt1"/>
              </a:buClr>
              <a:buSzPts val="3000"/>
              <a:buNone/>
              <a:defRPr sz="3000">
                <a:solidFill>
                  <a:schemeClr val="lt1"/>
                </a:solidFill>
                <a:latin typeface="Archivo Black"/>
                <a:ea typeface="Archivo Black"/>
                <a:cs typeface="Archivo Black"/>
                <a:sym typeface="Archivo Black"/>
              </a:defRPr>
            </a:lvl1pPr>
            <a:lvl2pPr lvl="1" rtl="0">
              <a:lnSpc>
                <a:spcPct val="100000"/>
              </a:lnSpc>
              <a:spcBef>
                <a:spcPts val="0"/>
              </a:spcBef>
              <a:spcAft>
                <a:spcPts val="0"/>
              </a:spcAft>
              <a:buClr>
                <a:schemeClr val="lt1"/>
              </a:buClr>
              <a:buSzPts val="1800"/>
              <a:buNone/>
              <a:defRPr sz="1800" b="1">
                <a:solidFill>
                  <a:schemeClr val="lt1"/>
                </a:solidFill>
              </a:defRPr>
            </a:lvl2pPr>
            <a:lvl3pPr lvl="2" rtl="0">
              <a:lnSpc>
                <a:spcPct val="100000"/>
              </a:lnSpc>
              <a:spcBef>
                <a:spcPts val="0"/>
              </a:spcBef>
              <a:spcAft>
                <a:spcPts val="0"/>
              </a:spcAft>
              <a:buClr>
                <a:schemeClr val="lt1"/>
              </a:buClr>
              <a:buSzPts val="1800"/>
              <a:buNone/>
              <a:defRPr sz="1800" b="1">
                <a:solidFill>
                  <a:schemeClr val="lt1"/>
                </a:solidFill>
              </a:defRPr>
            </a:lvl3pPr>
            <a:lvl4pPr lvl="3" rtl="0">
              <a:lnSpc>
                <a:spcPct val="100000"/>
              </a:lnSpc>
              <a:spcBef>
                <a:spcPts val="0"/>
              </a:spcBef>
              <a:spcAft>
                <a:spcPts val="0"/>
              </a:spcAft>
              <a:buClr>
                <a:schemeClr val="lt1"/>
              </a:buClr>
              <a:buSzPts val="1800"/>
              <a:buNone/>
              <a:defRPr sz="1800" b="1">
                <a:solidFill>
                  <a:schemeClr val="lt1"/>
                </a:solidFill>
              </a:defRPr>
            </a:lvl4pPr>
            <a:lvl5pPr lvl="4" rtl="0">
              <a:lnSpc>
                <a:spcPct val="100000"/>
              </a:lnSpc>
              <a:spcBef>
                <a:spcPts val="0"/>
              </a:spcBef>
              <a:spcAft>
                <a:spcPts val="0"/>
              </a:spcAft>
              <a:buClr>
                <a:schemeClr val="lt1"/>
              </a:buClr>
              <a:buSzPts val="1800"/>
              <a:buNone/>
              <a:defRPr sz="1800" b="1">
                <a:solidFill>
                  <a:schemeClr val="lt1"/>
                </a:solidFill>
              </a:defRPr>
            </a:lvl5pPr>
            <a:lvl6pPr lvl="5" rtl="0">
              <a:lnSpc>
                <a:spcPct val="100000"/>
              </a:lnSpc>
              <a:spcBef>
                <a:spcPts val="0"/>
              </a:spcBef>
              <a:spcAft>
                <a:spcPts val="0"/>
              </a:spcAft>
              <a:buClr>
                <a:schemeClr val="lt1"/>
              </a:buClr>
              <a:buSzPts val="1800"/>
              <a:buNone/>
              <a:defRPr sz="1800" b="1">
                <a:solidFill>
                  <a:schemeClr val="lt1"/>
                </a:solidFill>
              </a:defRPr>
            </a:lvl6pPr>
            <a:lvl7pPr lvl="6" rtl="0">
              <a:lnSpc>
                <a:spcPct val="100000"/>
              </a:lnSpc>
              <a:spcBef>
                <a:spcPts val="0"/>
              </a:spcBef>
              <a:spcAft>
                <a:spcPts val="0"/>
              </a:spcAft>
              <a:buClr>
                <a:schemeClr val="lt1"/>
              </a:buClr>
              <a:buSzPts val="1800"/>
              <a:buNone/>
              <a:defRPr sz="1800" b="1">
                <a:solidFill>
                  <a:schemeClr val="lt1"/>
                </a:solidFill>
              </a:defRPr>
            </a:lvl7pPr>
            <a:lvl8pPr lvl="7" rtl="0">
              <a:lnSpc>
                <a:spcPct val="100000"/>
              </a:lnSpc>
              <a:spcBef>
                <a:spcPts val="0"/>
              </a:spcBef>
              <a:spcAft>
                <a:spcPts val="0"/>
              </a:spcAft>
              <a:buClr>
                <a:schemeClr val="lt1"/>
              </a:buClr>
              <a:buSzPts val="1800"/>
              <a:buNone/>
              <a:defRPr sz="1800" b="1">
                <a:solidFill>
                  <a:schemeClr val="lt1"/>
                </a:solidFill>
              </a:defRPr>
            </a:lvl8pPr>
            <a:lvl9pPr lvl="8" rtl="0">
              <a:lnSpc>
                <a:spcPct val="100000"/>
              </a:lnSpc>
              <a:spcBef>
                <a:spcPts val="0"/>
              </a:spcBef>
              <a:spcAft>
                <a:spcPts val="0"/>
              </a:spcAft>
              <a:buClr>
                <a:schemeClr val="lt1"/>
              </a:buClr>
              <a:buSzPts val="1800"/>
              <a:buNone/>
              <a:defRPr sz="1800" b="1">
                <a:solidFill>
                  <a:schemeClr val="lt1"/>
                </a:solidFill>
              </a:defRPr>
            </a:lvl9pPr>
          </a:lstStyle>
          <a:p>
            <a:endParaRPr/>
          </a:p>
        </p:txBody>
      </p:sp>
      <p:sp>
        <p:nvSpPr>
          <p:cNvPr id="58" name="Google Shape;58;p14"/>
          <p:cNvSpPr txBox="1">
            <a:spLocks noGrp="1"/>
          </p:cNvSpPr>
          <p:nvPr>
            <p:ph type="subTitle" idx="2"/>
          </p:nvPr>
        </p:nvSpPr>
        <p:spPr>
          <a:xfrm>
            <a:off x="2020050" y="1666050"/>
            <a:ext cx="4951500" cy="1203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1800"/>
              <a:buNone/>
              <a:defRPr>
                <a:solidFill>
                  <a:schemeClr val="lt1"/>
                </a:solidFill>
              </a:defRPr>
            </a:lvl1pPr>
            <a:lvl2pPr lvl="1" rtl="0">
              <a:lnSpc>
                <a:spcPct val="100000"/>
              </a:lnSpc>
              <a:spcBef>
                <a:spcPts val="0"/>
              </a:spcBef>
              <a:spcAft>
                <a:spcPts val="0"/>
              </a:spcAft>
              <a:buClr>
                <a:schemeClr val="lt1"/>
              </a:buClr>
              <a:buSzPts val="1600"/>
              <a:buNone/>
              <a:defRPr sz="1600">
                <a:solidFill>
                  <a:schemeClr val="lt1"/>
                </a:solidFill>
              </a:defRPr>
            </a:lvl2pPr>
            <a:lvl3pPr lvl="2" rtl="0">
              <a:lnSpc>
                <a:spcPct val="100000"/>
              </a:lnSpc>
              <a:spcBef>
                <a:spcPts val="0"/>
              </a:spcBef>
              <a:spcAft>
                <a:spcPts val="0"/>
              </a:spcAft>
              <a:buClr>
                <a:schemeClr val="lt1"/>
              </a:buClr>
              <a:buSzPts val="1600"/>
              <a:buNone/>
              <a:defRPr sz="1600">
                <a:solidFill>
                  <a:schemeClr val="lt1"/>
                </a:solidFill>
              </a:defRPr>
            </a:lvl3pPr>
            <a:lvl4pPr lvl="3" rtl="0">
              <a:lnSpc>
                <a:spcPct val="100000"/>
              </a:lnSpc>
              <a:spcBef>
                <a:spcPts val="0"/>
              </a:spcBef>
              <a:spcAft>
                <a:spcPts val="0"/>
              </a:spcAft>
              <a:buClr>
                <a:schemeClr val="lt1"/>
              </a:buClr>
              <a:buSzPts val="1600"/>
              <a:buNone/>
              <a:defRPr sz="1600">
                <a:solidFill>
                  <a:schemeClr val="lt1"/>
                </a:solidFill>
              </a:defRPr>
            </a:lvl4pPr>
            <a:lvl5pPr lvl="4" rtl="0">
              <a:lnSpc>
                <a:spcPct val="100000"/>
              </a:lnSpc>
              <a:spcBef>
                <a:spcPts val="0"/>
              </a:spcBef>
              <a:spcAft>
                <a:spcPts val="0"/>
              </a:spcAft>
              <a:buClr>
                <a:schemeClr val="lt1"/>
              </a:buClr>
              <a:buSzPts val="1600"/>
              <a:buNone/>
              <a:defRPr sz="1600">
                <a:solidFill>
                  <a:schemeClr val="lt1"/>
                </a:solidFill>
              </a:defRPr>
            </a:lvl5pPr>
            <a:lvl6pPr lvl="5" rtl="0">
              <a:lnSpc>
                <a:spcPct val="100000"/>
              </a:lnSpc>
              <a:spcBef>
                <a:spcPts val="0"/>
              </a:spcBef>
              <a:spcAft>
                <a:spcPts val="0"/>
              </a:spcAft>
              <a:buClr>
                <a:schemeClr val="lt1"/>
              </a:buClr>
              <a:buSzPts val="1600"/>
              <a:buNone/>
              <a:defRPr sz="1600">
                <a:solidFill>
                  <a:schemeClr val="lt1"/>
                </a:solidFill>
              </a:defRPr>
            </a:lvl6pPr>
            <a:lvl7pPr lvl="6" rtl="0">
              <a:lnSpc>
                <a:spcPct val="100000"/>
              </a:lnSpc>
              <a:spcBef>
                <a:spcPts val="0"/>
              </a:spcBef>
              <a:spcAft>
                <a:spcPts val="0"/>
              </a:spcAft>
              <a:buClr>
                <a:schemeClr val="lt1"/>
              </a:buClr>
              <a:buSzPts val="1600"/>
              <a:buNone/>
              <a:defRPr sz="1600">
                <a:solidFill>
                  <a:schemeClr val="lt1"/>
                </a:solidFill>
              </a:defRPr>
            </a:lvl7pPr>
            <a:lvl8pPr lvl="7" rtl="0">
              <a:lnSpc>
                <a:spcPct val="100000"/>
              </a:lnSpc>
              <a:spcBef>
                <a:spcPts val="0"/>
              </a:spcBef>
              <a:spcAft>
                <a:spcPts val="0"/>
              </a:spcAft>
              <a:buClr>
                <a:schemeClr val="lt1"/>
              </a:buClr>
              <a:buSzPts val="1600"/>
              <a:buNone/>
              <a:defRPr sz="1600">
                <a:solidFill>
                  <a:schemeClr val="lt1"/>
                </a:solidFill>
              </a:defRPr>
            </a:lvl8pPr>
            <a:lvl9pPr lvl="8" rtl="0">
              <a:lnSpc>
                <a:spcPct val="100000"/>
              </a:lnSpc>
              <a:spcBef>
                <a:spcPts val="0"/>
              </a:spcBef>
              <a:spcAft>
                <a:spcPts val="0"/>
              </a:spcAft>
              <a:buClr>
                <a:schemeClr val="lt1"/>
              </a:buClr>
              <a:buSzPts val="1600"/>
              <a:buNone/>
              <a:defRPr sz="1600">
                <a:solidFill>
                  <a:schemeClr val="lt1"/>
                </a:solidFill>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Numbers and Texts">
  <p:cSld name="CUSTOM_2">
    <p:bg>
      <p:bgPr>
        <a:solidFill>
          <a:schemeClr val="lt1"/>
        </a:solidFill>
        <a:effectLst/>
      </p:bgPr>
    </p:bg>
    <p:spTree>
      <p:nvGrpSpPr>
        <p:cNvPr id="1" name="Shape 59"/>
        <p:cNvGrpSpPr/>
        <p:nvPr/>
      </p:nvGrpSpPr>
      <p:grpSpPr>
        <a:xfrm>
          <a:off x="0" y="0"/>
          <a:ext cx="0" cy="0"/>
          <a:chOff x="0" y="0"/>
          <a:chExt cx="0" cy="0"/>
        </a:xfrm>
      </p:grpSpPr>
      <p:sp>
        <p:nvSpPr>
          <p:cNvPr id="60" name="Google Shape;60;p15"/>
          <p:cNvSpPr txBox="1">
            <a:spLocks noGrp="1"/>
          </p:cNvSpPr>
          <p:nvPr>
            <p:ph type="title" hasCustomPrompt="1"/>
          </p:nvPr>
        </p:nvSpPr>
        <p:spPr>
          <a:xfrm>
            <a:off x="1481600" y="539513"/>
            <a:ext cx="2524500" cy="523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u="sng"/>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61" name="Google Shape;61;p15"/>
          <p:cNvSpPr txBox="1">
            <a:spLocks noGrp="1"/>
          </p:cNvSpPr>
          <p:nvPr>
            <p:ph type="subTitle" idx="1"/>
          </p:nvPr>
        </p:nvSpPr>
        <p:spPr>
          <a:xfrm>
            <a:off x="1481600" y="1147438"/>
            <a:ext cx="2524500" cy="417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
        <p:nvSpPr>
          <p:cNvPr id="62" name="Google Shape;62;p15"/>
          <p:cNvSpPr txBox="1">
            <a:spLocks noGrp="1"/>
          </p:cNvSpPr>
          <p:nvPr>
            <p:ph type="title" idx="2" hasCustomPrompt="1"/>
          </p:nvPr>
        </p:nvSpPr>
        <p:spPr>
          <a:xfrm>
            <a:off x="5137900" y="539500"/>
            <a:ext cx="2524500" cy="523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u="sng"/>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63" name="Google Shape;63;p15"/>
          <p:cNvSpPr txBox="1">
            <a:spLocks noGrp="1"/>
          </p:cNvSpPr>
          <p:nvPr>
            <p:ph type="subTitle" idx="3"/>
          </p:nvPr>
        </p:nvSpPr>
        <p:spPr>
          <a:xfrm>
            <a:off x="5137900" y="1147425"/>
            <a:ext cx="2524500" cy="417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
        <p:nvSpPr>
          <p:cNvPr id="64" name="Google Shape;64;p15"/>
          <p:cNvSpPr txBox="1">
            <a:spLocks noGrp="1"/>
          </p:cNvSpPr>
          <p:nvPr>
            <p:ph type="title" idx="4" hasCustomPrompt="1"/>
          </p:nvPr>
        </p:nvSpPr>
        <p:spPr>
          <a:xfrm>
            <a:off x="3309750" y="1830538"/>
            <a:ext cx="2524500" cy="523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u="sng"/>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65" name="Google Shape;65;p15"/>
          <p:cNvSpPr txBox="1">
            <a:spLocks noGrp="1"/>
          </p:cNvSpPr>
          <p:nvPr>
            <p:ph type="subTitle" idx="5"/>
          </p:nvPr>
        </p:nvSpPr>
        <p:spPr>
          <a:xfrm>
            <a:off x="3309750" y="2438463"/>
            <a:ext cx="2524500" cy="4173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p:cSld name="CUSTOM_2_1">
    <p:bg>
      <p:bgPr>
        <a:solidFill>
          <a:schemeClr val="lt1"/>
        </a:solidFill>
        <a:effectLst/>
      </p:bgPr>
    </p:bg>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1">
  <p:cSld name="CUSTOM_2_1_1">
    <p:bg>
      <p:bgPr>
        <a:solidFill>
          <a:schemeClr val="lt1"/>
        </a:solidFill>
        <a:effectLst/>
      </p:bgPr>
    </p:bg>
    <p:spTree>
      <p:nvGrpSpPr>
        <p:cNvPr id="1" name="Shape 68"/>
        <p:cNvGrpSpPr/>
        <p:nvPr/>
      </p:nvGrpSpPr>
      <p:grpSpPr>
        <a:xfrm>
          <a:off x="0" y="0"/>
          <a:ext cx="0" cy="0"/>
          <a:chOff x="0" y="0"/>
          <a:chExt cx="0" cy="0"/>
        </a:xfrm>
      </p:grpSpPr>
      <p:sp>
        <p:nvSpPr>
          <p:cNvPr id="69" name="Google Shape;69;p17"/>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rtl="0">
              <a:spcBef>
                <a:spcPts val="0"/>
              </a:spcBef>
              <a:spcAft>
                <a:spcPts val="0"/>
              </a:spcAft>
              <a:buSzPts val="30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2">
  <p:cSld name="CUSTOM_2_1_1_1">
    <p:bg>
      <p:bgPr>
        <a:solidFill>
          <a:schemeClr val="lt1"/>
        </a:solidFill>
        <a:effectLst/>
      </p:bgPr>
    </p:bg>
    <p:spTree>
      <p:nvGrpSpPr>
        <p:cNvPr id="1" name="Shape 70"/>
        <p:cNvGrpSpPr/>
        <p:nvPr/>
      </p:nvGrpSpPr>
      <p:grpSpPr>
        <a:xfrm>
          <a:off x="0" y="0"/>
          <a:ext cx="0" cy="0"/>
          <a:chOff x="0" y="0"/>
          <a:chExt cx="0" cy="0"/>
        </a:xfrm>
      </p:grpSpPr>
      <p:sp>
        <p:nvSpPr>
          <p:cNvPr id="71" name="Google Shape;71;p18"/>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30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3">
  <p:cSld name="CUSTOM_2_1_1_1_1">
    <p:bg>
      <p:bgPr>
        <a:solidFill>
          <a:schemeClr val="dk1"/>
        </a:solidFill>
        <a:effectLst/>
      </p:bgPr>
    </p:bg>
    <p:spTree>
      <p:nvGrpSpPr>
        <p:cNvPr id="1" name="Shape 72"/>
        <p:cNvGrpSpPr/>
        <p:nvPr/>
      </p:nvGrpSpPr>
      <p:grpSpPr>
        <a:xfrm>
          <a:off x="0" y="0"/>
          <a:ext cx="0" cy="0"/>
          <a:chOff x="0" y="0"/>
          <a:chExt cx="0" cy="0"/>
        </a:xfrm>
      </p:grpSpPr>
      <p:sp>
        <p:nvSpPr>
          <p:cNvPr id="73" name="Google Shape;73;p19"/>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30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itle Only 4">
  <p:cSld name="CUSTOM_2_1_1_1_1_1">
    <p:bg>
      <p:bgPr>
        <a:solidFill>
          <a:schemeClr val="dk1"/>
        </a:solidFill>
        <a:effectLst/>
      </p:bgPr>
    </p:bg>
    <p:spTree>
      <p:nvGrpSpPr>
        <p:cNvPr id="1" name="Shape 74"/>
        <p:cNvGrpSpPr/>
        <p:nvPr/>
      </p:nvGrpSpPr>
      <p:grpSpPr>
        <a:xfrm>
          <a:off x="0" y="0"/>
          <a:ext cx="0" cy="0"/>
          <a:chOff x="0" y="0"/>
          <a:chExt cx="0" cy="0"/>
        </a:xfrm>
      </p:grpSpPr>
      <p:sp>
        <p:nvSpPr>
          <p:cNvPr id="75" name="Google Shape;75;p20"/>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3000"/>
              <a:buNone/>
              <a:defRPr sz="30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5">
  <p:cSld name="CUSTOM_2_1_1_1_1_1_2">
    <p:bg>
      <p:bgPr>
        <a:solidFill>
          <a:schemeClr val="dk1"/>
        </a:solidFill>
        <a:effectLst/>
      </p:bgPr>
    </p:bg>
    <p:spTree>
      <p:nvGrpSpPr>
        <p:cNvPr id="1" name="Shape 76"/>
        <p:cNvGrpSpPr/>
        <p:nvPr/>
      </p:nvGrpSpPr>
      <p:grpSpPr>
        <a:xfrm>
          <a:off x="0" y="0"/>
          <a:ext cx="0" cy="0"/>
          <a:chOff x="0" y="0"/>
          <a:chExt cx="0" cy="0"/>
        </a:xfrm>
      </p:grpSpPr>
      <p:sp>
        <p:nvSpPr>
          <p:cNvPr id="77" name="Google Shape;77;p21"/>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r" rtl="0">
              <a:spcBef>
                <a:spcPts val="0"/>
              </a:spcBef>
              <a:spcAft>
                <a:spcPts val="0"/>
              </a:spcAft>
              <a:buClr>
                <a:schemeClr val="lt1"/>
              </a:buClr>
              <a:buSzPts val="3000"/>
              <a:buNone/>
              <a:defRPr sz="3000">
                <a:solidFill>
                  <a:schemeClr val="lt1"/>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Text">
  <p:cSld name="CUSTOM_2_1_1_1_1_1_1">
    <p:bg>
      <p:bgPr>
        <a:solidFill>
          <a:schemeClr val="lt1"/>
        </a:solidFill>
        <a:effectLst/>
      </p:bgPr>
    </p:bg>
    <p:spTree>
      <p:nvGrpSpPr>
        <p:cNvPr id="1" name="Shape 78"/>
        <p:cNvGrpSpPr/>
        <p:nvPr/>
      </p:nvGrpSpPr>
      <p:grpSpPr>
        <a:xfrm>
          <a:off x="0" y="0"/>
          <a:ext cx="0" cy="0"/>
          <a:chOff x="0" y="0"/>
          <a:chExt cx="0" cy="0"/>
        </a:xfrm>
      </p:grpSpPr>
      <p:sp>
        <p:nvSpPr>
          <p:cNvPr id="79" name="Google Shape;79;p22"/>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80" name="Google Shape;80;p22"/>
          <p:cNvSpPr txBox="1">
            <a:spLocks noGrp="1"/>
          </p:cNvSpPr>
          <p:nvPr>
            <p:ph type="subTitle" idx="1"/>
          </p:nvPr>
        </p:nvSpPr>
        <p:spPr>
          <a:xfrm>
            <a:off x="560825" y="2662450"/>
            <a:ext cx="2825700" cy="12654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81" name="Google Shape;81;p22"/>
          <p:cNvSpPr txBox="1">
            <a:spLocks noGrp="1"/>
          </p:cNvSpPr>
          <p:nvPr>
            <p:ph type="subTitle" idx="2"/>
          </p:nvPr>
        </p:nvSpPr>
        <p:spPr>
          <a:xfrm>
            <a:off x="560825" y="2139250"/>
            <a:ext cx="2825700" cy="523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1800"/>
              <a:buNone/>
              <a:defRPr>
                <a:latin typeface="Archivo Black"/>
                <a:ea typeface="Archivo Black"/>
                <a:cs typeface="Archivo Black"/>
                <a:sym typeface="Archivo Black"/>
              </a:defRPr>
            </a:lvl1pPr>
            <a:lvl2pPr lvl="1" algn="r" rtl="0">
              <a:lnSpc>
                <a:spcPct val="100000"/>
              </a:lnSpc>
              <a:spcBef>
                <a:spcPts val="0"/>
              </a:spcBef>
              <a:spcAft>
                <a:spcPts val="0"/>
              </a:spcAft>
              <a:buSzPts val="1800"/>
              <a:buNone/>
              <a:defRPr sz="1800" b="1"/>
            </a:lvl2pPr>
            <a:lvl3pPr lvl="2" algn="r" rtl="0">
              <a:lnSpc>
                <a:spcPct val="100000"/>
              </a:lnSpc>
              <a:spcBef>
                <a:spcPts val="0"/>
              </a:spcBef>
              <a:spcAft>
                <a:spcPts val="0"/>
              </a:spcAft>
              <a:buSzPts val="1800"/>
              <a:buNone/>
              <a:defRPr sz="1800" b="1"/>
            </a:lvl3pPr>
            <a:lvl4pPr lvl="3" algn="r" rtl="0">
              <a:lnSpc>
                <a:spcPct val="100000"/>
              </a:lnSpc>
              <a:spcBef>
                <a:spcPts val="0"/>
              </a:spcBef>
              <a:spcAft>
                <a:spcPts val="0"/>
              </a:spcAft>
              <a:buSzPts val="1800"/>
              <a:buNone/>
              <a:defRPr sz="1800" b="1"/>
            </a:lvl4pPr>
            <a:lvl5pPr lvl="4" algn="r" rtl="0">
              <a:lnSpc>
                <a:spcPct val="100000"/>
              </a:lnSpc>
              <a:spcBef>
                <a:spcPts val="0"/>
              </a:spcBef>
              <a:spcAft>
                <a:spcPts val="0"/>
              </a:spcAft>
              <a:buSzPts val="1800"/>
              <a:buNone/>
              <a:defRPr sz="1800" b="1"/>
            </a:lvl5pPr>
            <a:lvl6pPr lvl="5" algn="r" rtl="0">
              <a:lnSpc>
                <a:spcPct val="100000"/>
              </a:lnSpc>
              <a:spcBef>
                <a:spcPts val="0"/>
              </a:spcBef>
              <a:spcAft>
                <a:spcPts val="0"/>
              </a:spcAft>
              <a:buSzPts val="1800"/>
              <a:buNone/>
              <a:defRPr sz="1800" b="1"/>
            </a:lvl6pPr>
            <a:lvl7pPr lvl="6" algn="r" rtl="0">
              <a:lnSpc>
                <a:spcPct val="100000"/>
              </a:lnSpc>
              <a:spcBef>
                <a:spcPts val="0"/>
              </a:spcBef>
              <a:spcAft>
                <a:spcPts val="0"/>
              </a:spcAft>
              <a:buSzPts val="1800"/>
              <a:buNone/>
              <a:defRPr sz="1800" b="1"/>
            </a:lvl7pPr>
            <a:lvl8pPr lvl="7" algn="r" rtl="0">
              <a:lnSpc>
                <a:spcPct val="100000"/>
              </a:lnSpc>
              <a:spcBef>
                <a:spcPts val="0"/>
              </a:spcBef>
              <a:spcAft>
                <a:spcPts val="0"/>
              </a:spcAft>
              <a:buSzPts val="1800"/>
              <a:buNone/>
              <a:defRPr sz="1800" b="1"/>
            </a:lvl8pPr>
            <a:lvl9pPr lvl="8" algn="r" rtl="0">
              <a:lnSpc>
                <a:spcPct val="100000"/>
              </a:lnSpc>
              <a:spcBef>
                <a:spcPts val="0"/>
              </a:spcBef>
              <a:spcAft>
                <a:spcPts val="0"/>
              </a:spcAft>
              <a:buSzPts val="1800"/>
              <a:buNone/>
              <a:defRPr sz="1800" b="1"/>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Text 1">
  <p:cSld name="CUSTOM_2_1_1_1_1_1_1_1">
    <p:bg>
      <p:bgPr>
        <a:solidFill>
          <a:schemeClr val="dk1"/>
        </a:solidFill>
        <a:effectLst/>
      </p:bgPr>
    </p:bg>
    <p:spTree>
      <p:nvGrpSpPr>
        <p:cNvPr id="1" name="Shape 82"/>
        <p:cNvGrpSpPr/>
        <p:nvPr/>
      </p:nvGrpSpPr>
      <p:grpSpPr>
        <a:xfrm>
          <a:off x="0" y="0"/>
          <a:ext cx="0" cy="0"/>
          <a:chOff x="0" y="0"/>
          <a:chExt cx="0" cy="0"/>
        </a:xfrm>
      </p:grpSpPr>
      <p:sp>
        <p:nvSpPr>
          <p:cNvPr id="83" name="Google Shape;83;p23"/>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84" name="Google Shape;84;p23"/>
          <p:cNvSpPr txBox="1">
            <a:spLocks noGrp="1"/>
          </p:cNvSpPr>
          <p:nvPr>
            <p:ph type="subTitle" idx="1"/>
          </p:nvPr>
        </p:nvSpPr>
        <p:spPr>
          <a:xfrm>
            <a:off x="3463200" y="2582000"/>
            <a:ext cx="2825700" cy="12654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lt1"/>
              </a:buClr>
              <a:buSzPts val="1600"/>
              <a:buNone/>
              <a:defRPr sz="1600">
                <a:solidFill>
                  <a:schemeClr val="lt1"/>
                </a:solidFill>
              </a:defRPr>
            </a:lvl1pPr>
            <a:lvl2pPr lvl="1" algn="ctr" rtl="0">
              <a:lnSpc>
                <a:spcPct val="100000"/>
              </a:lnSpc>
              <a:spcBef>
                <a:spcPts val="0"/>
              </a:spcBef>
              <a:spcAft>
                <a:spcPts val="0"/>
              </a:spcAft>
              <a:buClr>
                <a:schemeClr val="lt1"/>
              </a:buClr>
              <a:buSzPts val="1600"/>
              <a:buNone/>
              <a:defRPr sz="1600">
                <a:solidFill>
                  <a:schemeClr val="lt1"/>
                </a:solidFill>
              </a:defRPr>
            </a:lvl2pPr>
            <a:lvl3pPr lvl="2" algn="ctr" rtl="0">
              <a:lnSpc>
                <a:spcPct val="100000"/>
              </a:lnSpc>
              <a:spcBef>
                <a:spcPts val="0"/>
              </a:spcBef>
              <a:spcAft>
                <a:spcPts val="0"/>
              </a:spcAft>
              <a:buClr>
                <a:schemeClr val="lt1"/>
              </a:buClr>
              <a:buSzPts val="1600"/>
              <a:buNone/>
              <a:defRPr sz="1600">
                <a:solidFill>
                  <a:schemeClr val="lt1"/>
                </a:solidFill>
              </a:defRPr>
            </a:lvl3pPr>
            <a:lvl4pPr lvl="3" algn="ctr" rtl="0">
              <a:lnSpc>
                <a:spcPct val="100000"/>
              </a:lnSpc>
              <a:spcBef>
                <a:spcPts val="0"/>
              </a:spcBef>
              <a:spcAft>
                <a:spcPts val="0"/>
              </a:spcAft>
              <a:buClr>
                <a:schemeClr val="lt1"/>
              </a:buClr>
              <a:buSzPts val="1600"/>
              <a:buNone/>
              <a:defRPr sz="1600">
                <a:solidFill>
                  <a:schemeClr val="lt1"/>
                </a:solidFill>
              </a:defRPr>
            </a:lvl4pPr>
            <a:lvl5pPr lvl="4" algn="ctr" rtl="0">
              <a:lnSpc>
                <a:spcPct val="100000"/>
              </a:lnSpc>
              <a:spcBef>
                <a:spcPts val="0"/>
              </a:spcBef>
              <a:spcAft>
                <a:spcPts val="0"/>
              </a:spcAft>
              <a:buClr>
                <a:schemeClr val="lt1"/>
              </a:buClr>
              <a:buSzPts val="1600"/>
              <a:buNone/>
              <a:defRPr sz="1600">
                <a:solidFill>
                  <a:schemeClr val="lt1"/>
                </a:solidFill>
              </a:defRPr>
            </a:lvl5pPr>
            <a:lvl6pPr lvl="5" algn="ctr" rtl="0">
              <a:lnSpc>
                <a:spcPct val="100000"/>
              </a:lnSpc>
              <a:spcBef>
                <a:spcPts val="0"/>
              </a:spcBef>
              <a:spcAft>
                <a:spcPts val="0"/>
              </a:spcAft>
              <a:buClr>
                <a:schemeClr val="lt1"/>
              </a:buClr>
              <a:buSzPts val="1600"/>
              <a:buNone/>
              <a:defRPr sz="1600">
                <a:solidFill>
                  <a:schemeClr val="lt1"/>
                </a:solidFill>
              </a:defRPr>
            </a:lvl6pPr>
            <a:lvl7pPr lvl="6" algn="ctr" rtl="0">
              <a:lnSpc>
                <a:spcPct val="100000"/>
              </a:lnSpc>
              <a:spcBef>
                <a:spcPts val="0"/>
              </a:spcBef>
              <a:spcAft>
                <a:spcPts val="0"/>
              </a:spcAft>
              <a:buClr>
                <a:schemeClr val="lt1"/>
              </a:buClr>
              <a:buSzPts val="1600"/>
              <a:buNone/>
              <a:defRPr sz="1600">
                <a:solidFill>
                  <a:schemeClr val="lt1"/>
                </a:solidFill>
              </a:defRPr>
            </a:lvl7pPr>
            <a:lvl8pPr lvl="7" algn="ctr" rtl="0">
              <a:lnSpc>
                <a:spcPct val="100000"/>
              </a:lnSpc>
              <a:spcBef>
                <a:spcPts val="0"/>
              </a:spcBef>
              <a:spcAft>
                <a:spcPts val="0"/>
              </a:spcAft>
              <a:buClr>
                <a:schemeClr val="lt1"/>
              </a:buClr>
              <a:buSzPts val="1600"/>
              <a:buNone/>
              <a:defRPr sz="1600">
                <a:solidFill>
                  <a:schemeClr val="lt1"/>
                </a:solidFill>
              </a:defRPr>
            </a:lvl8pPr>
            <a:lvl9pPr lvl="8" algn="ctr" rtl="0">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85" name="Google Shape;85;p23"/>
          <p:cNvSpPr txBox="1">
            <a:spLocks noGrp="1"/>
          </p:cNvSpPr>
          <p:nvPr>
            <p:ph type="subTitle" idx="2"/>
          </p:nvPr>
        </p:nvSpPr>
        <p:spPr>
          <a:xfrm>
            <a:off x="3463200" y="2058800"/>
            <a:ext cx="2825700" cy="523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lt1"/>
              </a:buClr>
              <a:buSzPts val="1800"/>
              <a:buNone/>
              <a:defRPr>
                <a:solidFill>
                  <a:schemeClr val="lt1"/>
                </a:solidFill>
                <a:latin typeface="Archivo Black"/>
                <a:ea typeface="Archivo Black"/>
                <a:cs typeface="Archivo Black"/>
                <a:sym typeface="Archivo Black"/>
              </a:defRPr>
            </a:lvl1pPr>
            <a:lvl2pPr lvl="1" algn="r" rtl="0">
              <a:lnSpc>
                <a:spcPct val="100000"/>
              </a:lnSpc>
              <a:spcBef>
                <a:spcPts val="0"/>
              </a:spcBef>
              <a:spcAft>
                <a:spcPts val="0"/>
              </a:spcAft>
              <a:buClr>
                <a:schemeClr val="lt1"/>
              </a:buClr>
              <a:buSzPts val="1800"/>
              <a:buNone/>
              <a:defRPr sz="1800" b="1">
                <a:solidFill>
                  <a:schemeClr val="lt1"/>
                </a:solidFill>
              </a:defRPr>
            </a:lvl2pPr>
            <a:lvl3pPr lvl="2" algn="r" rtl="0">
              <a:lnSpc>
                <a:spcPct val="100000"/>
              </a:lnSpc>
              <a:spcBef>
                <a:spcPts val="0"/>
              </a:spcBef>
              <a:spcAft>
                <a:spcPts val="0"/>
              </a:spcAft>
              <a:buClr>
                <a:schemeClr val="lt1"/>
              </a:buClr>
              <a:buSzPts val="1800"/>
              <a:buNone/>
              <a:defRPr sz="1800" b="1">
                <a:solidFill>
                  <a:schemeClr val="lt1"/>
                </a:solidFill>
              </a:defRPr>
            </a:lvl3pPr>
            <a:lvl4pPr lvl="3" algn="r" rtl="0">
              <a:lnSpc>
                <a:spcPct val="100000"/>
              </a:lnSpc>
              <a:spcBef>
                <a:spcPts val="0"/>
              </a:spcBef>
              <a:spcAft>
                <a:spcPts val="0"/>
              </a:spcAft>
              <a:buClr>
                <a:schemeClr val="lt1"/>
              </a:buClr>
              <a:buSzPts val="1800"/>
              <a:buNone/>
              <a:defRPr sz="1800" b="1">
                <a:solidFill>
                  <a:schemeClr val="lt1"/>
                </a:solidFill>
              </a:defRPr>
            </a:lvl4pPr>
            <a:lvl5pPr lvl="4" algn="r" rtl="0">
              <a:lnSpc>
                <a:spcPct val="100000"/>
              </a:lnSpc>
              <a:spcBef>
                <a:spcPts val="0"/>
              </a:spcBef>
              <a:spcAft>
                <a:spcPts val="0"/>
              </a:spcAft>
              <a:buClr>
                <a:schemeClr val="lt1"/>
              </a:buClr>
              <a:buSzPts val="1800"/>
              <a:buNone/>
              <a:defRPr sz="1800" b="1">
                <a:solidFill>
                  <a:schemeClr val="lt1"/>
                </a:solidFill>
              </a:defRPr>
            </a:lvl5pPr>
            <a:lvl6pPr lvl="5" algn="r" rtl="0">
              <a:lnSpc>
                <a:spcPct val="100000"/>
              </a:lnSpc>
              <a:spcBef>
                <a:spcPts val="0"/>
              </a:spcBef>
              <a:spcAft>
                <a:spcPts val="0"/>
              </a:spcAft>
              <a:buClr>
                <a:schemeClr val="lt1"/>
              </a:buClr>
              <a:buSzPts val="1800"/>
              <a:buNone/>
              <a:defRPr sz="1800" b="1">
                <a:solidFill>
                  <a:schemeClr val="lt1"/>
                </a:solidFill>
              </a:defRPr>
            </a:lvl6pPr>
            <a:lvl7pPr lvl="6" algn="r" rtl="0">
              <a:lnSpc>
                <a:spcPct val="100000"/>
              </a:lnSpc>
              <a:spcBef>
                <a:spcPts val="0"/>
              </a:spcBef>
              <a:spcAft>
                <a:spcPts val="0"/>
              </a:spcAft>
              <a:buClr>
                <a:schemeClr val="lt1"/>
              </a:buClr>
              <a:buSzPts val="1800"/>
              <a:buNone/>
              <a:defRPr sz="1800" b="1">
                <a:solidFill>
                  <a:schemeClr val="lt1"/>
                </a:solidFill>
              </a:defRPr>
            </a:lvl7pPr>
            <a:lvl8pPr lvl="7" algn="r" rtl="0">
              <a:lnSpc>
                <a:spcPct val="100000"/>
              </a:lnSpc>
              <a:spcBef>
                <a:spcPts val="0"/>
              </a:spcBef>
              <a:spcAft>
                <a:spcPts val="0"/>
              </a:spcAft>
              <a:buClr>
                <a:schemeClr val="lt1"/>
              </a:buClr>
              <a:buSzPts val="1800"/>
              <a:buNone/>
              <a:defRPr sz="1800" b="1">
                <a:solidFill>
                  <a:schemeClr val="lt1"/>
                </a:solidFill>
              </a:defRPr>
            </a:lvl8pPr>
            <a:lvl9pPr lvl="8" algn="r" rtl="0">
              <a:lnSpc>
                <a:spcPct val="100000"/>
              </a:lnSpc>
              <a:spcBef>
                <a:spcPts val="0"/>
              </a:spcBef>
              <a:spcAft>
                <a:spcPts val="0"/>
              </a:spcAft>
              <a:buClr>
                <a:schemeClr val="lt1"/>
              </a:buClr>
              <a:buSzPts val="1800"/>
              <a:buNone/>
              <a:defRPr sz="1800" b="1">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Text 2">
  <p:cSld name="CUSTOM_2_1_1_1_1_1_1_1_1">
    <p:bg>
      <p:bgPr>
        <a:solidFill>
          <a:schemeClr val="dk1"/>
        </a:solidFill>
        <a:effectLst/>
      </p:bgPr>
    </p:bg>
    <p:spTree>
      <p:nvGrpSpPr>
        <p:cNvPr id="1" name="Shape 86"/>
        <p:cNvGrpSpPr/>
        <p:nvPr/>
      </p:nvGrpSpPr>
      <p:grpSpPr>
        <a:xfrm>
          <a:off x="0" y="0"/>
          <a:ext cx="0" cy="0"/>
          <a:chOff x="0" y="0"/>
          <a:chExt cx="0" cy="0"/>
        </a:xfrm>
      </p:grpSpPr>
      <p:sp>
        <p:nvSpPr>
          <p:cNvPr id="87" name="Google Shape;87;p24"/>
          <p:cNvSpPr txBox="1">
            <a:spLocks noGrp="1"/>
          </p:cNvSpPr>
          <p:nvPr>
            <p:ph type="title"/>
          </p:nvPr>
        </p:nvSpPr>
        <p:spPr>
          <a:xfrm>
            <a:off x="713225" y="539500"/>
            <a:ext cx="2593200" cy="15252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3000"/>
              <a:buNone/>
              <a:defRPr sz="24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88" name="Google Shape;88;p24"/>
          <p:cNvSpPr txBox="1">
            <a:spLocks noGrp="1"/>
          </p:cNvSpPr>
          <p:nvPr>
            <p:ph type="subTitle" idx="1"/>
          </p:nvPr>
        </p:nvSpPr>
        <p:spPr>
          <a:xfrm>
            <a:off x="713225" y="2369350"/>
            <a:ext cx="2593200" cy="1265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1600"/>
              <a:buNone/>
              <a:defRPr sz="1600">
                <a:solidFill>
                  <a:schemeClr val="lt1"/>
                </a:solidFill>
              </a:defRPr>
            </a:lvl1pPr>
            <a:lvl2pPr lvl="1" algn="ctr" rtl="0">
              <a:lnSpc>
                <a:spcPct val="100000"/>
              </a:lnSpc>
              <a:spcBef>
                <a:spcPts val="0"/>
              </a:spcBef>
              <a:spcAft>
                <a:spcPts val="0"/>
              </a:spcAft>
              <a:buClr>
                <a:schemeClr val="lt1"/>
              </a:buClr>
              <a:buSzPts val="1600"/>
              <a:buNone/>
              <a:defRPr sz="1600">
                <a:solidFill>
                  <a:schemeClr val="lt1"/>
                </a:solidFill>
              </a:defRPr>
            </a:lvl2pPr>
            <a:lvl3pPr lvl="2" algn="ctr" rtl="0">
              <a:lnSpc>
                <a:spcPct val="100000"/>
              </a:lnSpc>
              <a:spcBef>
                <a:spcPts val="0"/>
              </a:spcBef>
              <a:spcAft>
                <a:spcPts val="0"/>
              </a:spcAft>
              <a:buClr>
                <a:schemeClr val="lt1"/>
              </a:buClr>
              <a:buSzPts val="1600"/>
              <a:buNone/>
              <a:defRPr sz="1600">
                <a:solidFill>
                  <a:schemeClr val="lt1"/>
                </a:solidFill>
              </a:defRPr>
            </a:lvl3pPr>
            <a:lvl4pPr lvl="3" algn="ctr" rtl="0">
              <a:lnSpc>
                <a:spcPct val="100000"/>
              </a:lnSpc>
              <a:spcBef>
                <a:spcPts val="0"/>
              </a:spcBef>
              <a:spcAft>
                <a:spcPts val="0"/>
              </a:spcAft>
              <a:buClr>
                <a:schemeClr val="lt1"/>
              </a:buClr>
              <a:buSzPts val="1600"/>
              <a:buNone/>
              <a:defRPr sz="1600">
                <a:solidFill>
                  <a:schemeClr val="lt1"/>
                </a:solidFill>
              </a:defRPr>
            </a:lvl4pPr>
            <a:lvl5pPr lvl="4" algn="ctr" rtl="0">
              <a:lnSpc>
                <a:spcPct val="100000"/>
              </a:lnSpc>
              <a:spcBef>
                <a:spcPts val="0"/>
              </a:spcBef>
              <a:spcAft>
                <a:spcPts val="0"/>
              </a:spcAft>
              <a:buClr>
                <a:schemeClr val="lt1"/>
              </a:buClr>
              <a:buSzPts val="1600"/>
              <a:buNone/>
              <a:defRPr sz="1600">
                <a:solidFill>
                  <a:schemeClr val="lt1"/>
                </a:solidFill>
              </a:defRPr>
            </a:lvl5pPr>
            <a:lvl6pPr lvl="5" algn="ctr" rtl="0">
              <a:lnSpc>
                <a:spcPct val="100000"/>
              </a:lnSpc>
              <a:spcBef>
                <a:spcPts val="0"/>
              </a:spcBef>
              <a:spcAft>
                <a:spcPts val="0"/>
              </a:spcAft>
              <a:buClr>
                <a:schemeClr val="lt1"/>
              </a:buClr>
              <a:buSzPts val="1600"/>
              <a:buNone/>
              <a:defRPr sz="1600">
                <a:solidFill>
                  <a:schemeClr val="lt1"/>
                </a:solidFill>
              </a:defRPr>
            </a:lvl6pPr>
            <a:lvl7pPr lvl="6" algn="ctr" rtl="0">
              <a:lnSpc>
                <a:spcPct val="100000"/>
              </a:lnSpc>
              <a:spcBef>
                <a:spcPts val="0"/>
              </a:spcBef>
              <a:spcAft>
                <a:spcPts val="0"/>
              </a:spcAft>
              <a:buClr>
                <a:schemeClr val="lt1"/>
              </a:buClr>
              <a:buSzPts val="1600"/>
              <a:buNone/>
              <a:defRPr sz="1600">
                <a:solidFill>
                  <a:schemeClr val="lt1"/>
                </a:solidFill>
              </a:defRPr>
            </a:lvl7pPr>
            <a:lvl8pPr lvl="7" algn="ctr" rtl="0">
              <a:lnSpc>
                <a:spcPct val="100000"/>
              </a:lnSpc>
              <a:spcBef>
                <a:spcPts val="0"/>
              </a:spcBef>
              <a:spcAft>
                <a:spcPts val="0"/>
              </a:spcAft>
              <a:buClr>
                <a:schemeClr val="lt1"/>
              </a:buClr>
              <a:buSzPts val="1600"/>
              <a:buNone/>
              <a:defRPr sz="1600">
                <a:solidFill>
                  <a:schemeClr val="lt1"/>
                </a:solidFill>
              </a:defRPr>
            </a:lvl8pPr>
            <a:lvl9pPr lvl="8" algn="ctr" rtl="0">
              <a:lnSpc>
                <a:spcPct val="100000"/>
              </a:lnSpc>
              <a:spcBef>
                <a:spcPts val="0"/>
              </a:spcBef>
              <a:spcAft>
                <a:spcPts val="0"/>
              </a:spcAft>
              <a:buClr>
                <a:schemeClr val="lt1"/>
              </a:buClr>
              <a:buSzPts val="1600"/>
              <a:buNone/>
              <a:defRPr sz="16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Text 3">
  <p:cSld name="CUSTOM_2_1_1_1_1_1_1_1_1_2">
    <p:bg>
      <p:bgPr>
        <a:solidFill>
          <a:schemeClr val="lt1"/>
        </a:solidFill>
        <a:effectLst/>
      </p:bgPr>
    </p:bg>
    <p:spTree>
      <p:nvGrpSpPr>
        <p:cNvPr id="1" name="Shape 89"/>
        <p:cNvGrpSpPr/>
        <p:nvPr/>
      </p:nvGrpSpPr>
      <p:grpSpPr>
        <a:xfrm>
          <a:off x="0" y="0"/>
          <a:ext cx="0" cy="0"/>
          <a:chOff x="0" y="0"/>
          <a:chExt cx="0" cy="0"/>
        </a:xfrm>
      </p:grpSpPr>
      <p:sp>
        <p:nvSpPr>
          <p:cNvPr id="90" name="Google Shape;90;p25"/>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1" name="Google Shape;91;p25"/>
          <p:cNvSpPr txBox="1">
            <a:spLocks noGrp="1"/>
          </p:cNvSpPr>
          <p:nvPr>
            <p:ph type="subTitle" idx="1"/>
          </p:nvPr>
        </p:nvSpPr>
        <p:spPr>
          <a:xfrm>
            <a:off x="713225" y="2428680"/>
            <a:ext cx="7717500" cy="754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Char char="●"/>
              <a:defRPr sz="1600"/>
            </a:lvl1pPr>
            <a:lvl2pPr lvl="1" rtl="0">
              <a:lnSpc>
                <a:spcPct val="100000"/>
              </a:lnSpc>
              <a:spcBef>
                <a:spcPts val="0"/>
              </a:spcBef>
              <a:spcAft>
                <a:spcPts val="0"/>
              </a:spcAft>
              <a:buSzPts val="1600"/>
              <a:buChar char="○"/>
              <a:defRPr sz="1600"/>
            </a:lvl2pPr>
            <a:lvl3pPr lvl="2" rtl="0">
              <a:lnSpc>
                <a:spcPct val="100000"/>
              </a:lnSpc>
              <a:spcBef>
                <a:spcPts val="0"/>
              </a:spcBef>
              <a:spcAft>
                <a:spcPts val="0"/>
              </a:spcAft>
              <a:buSzPts val="1600"/>
              <a:buChar char="■"/>
              <a:defRPr sz="1600"/>
            </a:lvl3pPr>
            <a:lvl4pPr lvl="3" rtl="0">
              <a:lnSpc>
                <a:spcPct val="100000"/>
              </a:lnSpc>
              <a:spcBef>
                <a:spcPts val="0"/>
              </a:spcBef>
              <a:spcAft>
                <a:spcPts val="0"/>
              </a:spcAft>
              <a:buSzPts val="1600"/>
              <a:buChar char="●"/>
              <a:defRPr sz="1600"/>
            </a:lvl4pPr>
            <a:lvl5pPr lvl="4" rtl="0">
              <a:lnSpc>
                <a:spcPct val="100000"/>
              </a:lnSpc>
              <a:spcBef>
                <a:spcPts val="0"/>
              </a:spcBef>
              <a:spcAft>
                <a:spcPts val="0"/>
              </a:spcAft>
              <a:buSzPts val="1600"/>
              <a:buChar char="○"/>
              <a:defRPr sz="1600"/>
            </a:lvl5pPr>
            <a:lvl6pPr lvl="5" rtl="0">
              <a:lnSpc>
                <a:spcPct val="100000"/>
              </a:lnSpc>
              <a:spcBef>
                <a:spcPts val="0"/>
              </a:spcBef>
              <a:spcAft>
                <a:spcPts val="0"/>
              </a:spcAft>
              <a:buSzPts val="1600"/>
              <a:buChar char="■"/>
              <a:defRPr sz="1600"/>
            </a:lvl6pPr>
            <a:lvl7pPr lvl="6" rtl="0">
              <a:lnSpc>
                <a:spcPct val="100000"/>
              </a:lnSpc>
              <a:spcBef>
                <a:spcPts val="0"/>
              </a:spcBef>
              <a:spcAft>
                <a:spcPts val="0"/>
              </a:spcAft>
              <a:buSzPts val="1600"/>
              <a:buChar char="●"/>
              <a:defRPr sz="1600"/>
            </a:lvl7pPr>
            <a:lvl8pPr lvl="7" rtl="0">
              <a:lnSpc>
                <a:spcPct val="100000"/>
              </a:lnSpc>
              <a:spcBef>
                <a:spcPts val="0"/>
              </a:spcBef>
              <a:spcAft>
                <a:spcPts val="0"/>
              </a:spcAft>
              <a:buSzPts val="1600"/>
              <a:buChar char="○"/>
              <a:defRPr sz="1600"/>
            </a:lvl8pPr>
            <a:lvl9pPr lvl="8" rtl="0">
              <a:lnSpc>
                <a:spcPct val="100000"/>
              </a:lnSpc>
              <a:spcBef>
                <a:spcPts val="0"/>
              </a:spcBef>
              <a:spcAft>
                <a:spcPts val="0"/>
              </a:spcAft>
              <a:buSzPts val="1600"/>
              <a:buChar char="■"/>
              <a:defRPr sz="1600"/>
            </a:lvl9pPr>
          </a:lstStyle>
          <a:p>
            <a:endParaRPr/>
          </a:p>
        </p:txBody>
      </p:sp>
      <p:sp>
        <p:nvSpPr>
          <p:cNvPr id="92" name="Google Shape;92;p25"/>
          <p:cNvSpPr txBox="1">
            <a:spLocks noGrp="1"/>
          </p:cNvSpPr>
          <p:nvPr>
            <p:ph type="subTitle" idx="2"/>
          </p:nvPr>
        </p:nvSpPr>
        <p:spPr>
          <a:xfrm>
            <a:off x="713225" y="2005188"/>
            <a:ext cx="7717500" cy="42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Archivo Black"/>
                <a:ea typeface="Archivo Black"/>
                <a:cs typeface="Archivo Black"/>
                <a:sym typeface="Archivo Black"/>
              </a:defRPr>
            </a:lvl1pPr>
            <a:lvl2pPr lvl="1" rtl="0">
              <a:lnSpc>
                <a:spcPct val="100000"/>
              </a:lnSpc>
              <a:spcBef>
                <a:spcPts val="0"/>
              </a:spcBef>
              <a:spcAft>
                <a:spcPts val="0"/>
              </a:spcAft>
              <a:buSzPts val="1800"/>
              <a:buNone/>
              <a:defRPr sz="1800" b="1"/>
            </a:lvl2pPr>
            <a:lvl3pPr lvl="2" rtl="0">
              <a:lnSpc>
                <a:spcPct val="100000"/>
              </a:lnSpc>
              <a:spcBef>
                <a:spcPts val="0"/>
              </a:spcBef>
              <a:spcAft>
                <a:spcPts val="0"/>
              </a:spcAft>
              <a:buSzPts val="1800"/>
              <a:buNone/>
              <a:defRPr sz="1800" b="1"/>
            </a:lvl3pPr>
            <a:lvl4pPr lvl="3" rtl="0">
              <a:lnSpc>
                <a:spcPct val="100000"/>
              </a:lnSpc>
              <a:spcBef>
                <a:spcPts val="0"/>
              </a:spcBef>
              <a:spcAft>
                <a:spcPts val="0"/>
              </a:spcAft>
              <a:buSzPts val="1800"/>
              <a:buNone/>
              <a:defRPr sz="1800" b="1"/>
            </a:lvl4pPr>
            <a:lvl5pPr lvl="4" rtl="0">
              <a:lnSpc>
                <a:spcPct val="100000"/>
              </a:lnSpc>
              <a:spcBef>
                <a:spcPts val="0"/>
              </a:spcBef>
              <a:spcAft>
                <a:spcPts val="0"/>
              </a:spcAft>
              <a:buSzPts val="1800"/>
              <a:buNone/>
              <a:defRPr sz="1800" b="1"/>
            </a:lvl5pPr>
            <a:lvl6pPr lvl="5" rtl="0">
              <a:lnSpc>
                <a:spcPct val="100000"/>
              </a:lnSpc>
              <a:spcBef>
                <a:spcPts val="0"/>
              </a:spcBef>
              <a:spcAft>
                <a:spcPts val="0"/>
              </a:spcAft>
              <a:buSzPts val="1800"/>
              <a:buNone/>
              <a:defRPr sz="1800" b="1"/>
            </a:lvl6pPr>
            <a:lvl7pPr lvl="6" rtl="0">
              <a:lnSpc>
                <a:spcPct val="100000"/>
              </a:lnSpc>
              <a:spcBef>
                <a:spcPts val="0"/>
              </a:spcBef>
              <a:spcAft>
                <a:spcPts val="0"/>
              </a:spcAft>
              <a:buSzPts val="1800"/>
              <a:buNone/>
              <a:defRPr sz="1800" b="1"/>
            </a:lvl7pPr>
            <a:lvl8pPr lvl="7" rtl="0">
              <a:lnSpc>
                <a:spcPct val="100000"/>
              </a:lnSpc>
              <a:spcBef>
                <a:spcPts val="0"/>
              </a:spcBef>
              <a:spcAft>
                <a:spcPts val="0"/>
              </a:spcAft>
              <a:buSzPts val="1800"/>
              <a:buNone/>
              <a:defRPr sz="1800" b="1"/>
            </a:lvl8pPr>
            <a:lvl9pPr lvl="8" rtl="0">
              <a:lnSpc>
                <a:spcPct val="100000"/>
              </a:lnSpc>
              <a:spcBef>
                <a:spcPts val="0"/>
              </a:spcBef>
              <a:spcAft>
                <a:spcPts val="0"/>
              </a:spcAft>
              <a:buSzPts val="1800"/>
              <a:buNone/>
              <a:defRPr sz="1800" b="1"/>
            </a:lvl9pPr>
          </a:lstStyle>
          <a:p>
            <a:endParaRPr/>
          </a:p>
        </p:txBody>
      </p:sp>
      <p:sp>
        <p:nvSpPr>
          <p:cNvPr id="93" name="Google Shape;93;p25"/>
          <p:cNvSpPr txBox="1">
            <a:spLocks noGrp="1"/>
          </p:cNvSpPr>
          <p:nvPr>
            <p:ph type="subTitle" idx="3"/>
          </p:nvPr>
        </p:nvSpPr>
        <p:spPr>
          <a:xfrm>
            <a:off x="713225" y="3690475"/>
            <a:ext cx="3749400" cy="913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94" name="Google Shape;94;p25"/>
          <p:cNvSpPr txBox="1">
            <a:spLocks noGrp="1"/>
          </p:cNvSpPr>
          <p:nvPr>
            <p:ph type="subTitle" idx="4"/>
          </p:nvPr>
        </p:nvSpPr>
        <p:spPr>
          <a:xfrm>
            <a:off x="713225" y="3267000"/>
            <a:ext cx="7717500" cy="42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Archivo Black"/>
                <a:ea typeface="Archivo Black"/>
                <a:cs typeface="Archivo Black"/>
                <a:sym typeface="Archivo Black"/>
              </a:defRPr>
            </a:lvl1pPr>
            <a:lvl2pPr lvl="1" rtl="0">
              <a:lnSpc>
                <a:spcPct val="100000"/>
              </a:lnSpc>
              <a:spcBef>
                <a:spcPts val="0"/>
              </a:spcBef>
              <a:spcAft>
                <a:spcPts val="0"/>
              </a:spcAft>
              <a:buSzPts val="1800"/>
              <a:buNone/>
              <a:defRPr sz="1800" b="1"/>
            </a:lvl2pPr>
            <a:lvl3pPr lvl="2" rtl="0">
              <a:lnSpc>
                <a:spcPct val="100000"/>
              </a:lnSpc>
              <a:spcBef>
                <a:spcPts val="0"/>
              </a:spcBef>
              <a:spcAft>
                <a:spcPts val="0"/>
              </a:spcAft>
              <a:buSzPts val="1800"/>
              <a:buNone/>
              <a:defRPr sz="1800" b="1"/>
            </a:lvl3pPr>
            <a:lvl4pPr lvl="3" rtl="0">
              <a:lnSpc>
                <a:spcPct val="100000"/>
              </a:lnSpc>
              <a:spcBef>
                <a:spcPts val="0"/>
              </a:spcBef>
              <a:spcAft>
                <a:spcPts val="0"/>
              </a:spcAft>
              <a:buSzPts val="1800"/>
              <a:buNone/>
              <a:defRPr sz="1800" b="1"/>
            </a:lvl4pPr>
            <a:lvl5pPr lvl="4" rtl="0">
              <a:lnSpc>
                <a:spcPct val="100000"/>
              </a:lnSpc>
              <a:spcBef>
                <a:spcPts val="0"/>
              </a:spcBef>
              <a:spcAft>
                <a:spcPts val="0"/>
              </a:spcAft>
              <a:buSzPts val="1800"/>
              <a:buNone/>
              <a:defRPr sz="1800" b="1"/>
            </a:lvl5pPr>
            <a:lvl6pPr lvl="5" rtl="0">
              <a:lnSpc>
                <a:spcPct val="100000"/>
              </a:lnSpc>
              <a:spcBef>
                <a:spcPts val="0"/>
              </a:spcBef>
              <a:spcAft>
                <a:spcPts val="0"/>
              </a:spcAft>
              <a:buSzPts val="1800"/>
              <a:buNone/>
              <a:defRPr sz="1800" b="1"/>
            </a:lvl6pPr>
            <a:lvl7pPr lvl="6" rtl="0">
              <a:lnSpc>
                <a:spcPct val="100000"/>
              </a:lnSpc>
              <a:spcBef>
                <a:spcPts val="0"/>
              </a:spcBef>
              <a:spcAft>
                <a:spcPts val="0"/>
              </a:spcAft>
              <a:buSzPts val="1800"/>
              <a:buNone/>
              <a:defRPr sz="1800" b="1"/>
            </a:lvl7pPr>
            <a:lvl8pPr lvl="7" rtl="0">
              <a:lnSpc>
                <a:spcPct val="100000"/>
              </a:lnSpc>
              <a:spcBef>
                <a:spcPts val="0"/>
              </a:spcBef>
              <a:spcAft>
                <a:spcPts val="0"/>
              </a:spcAft>
              <a:buSzPts val="1800"/>
              <a:buNone/>
              <a:defRPr sz="1800" b="1"/>
            </a:lvl8pPr>
            <a:lvl9pPr lvl="8" rtl="0">
              <a:lnSpc>
                <a:spcPct val="100000"/>
              </a:lnSpc>
              <a:spcBef>
                <a:spcPts val="0"/>
              </a:spcBef>
              <a:spcAft>
                <a:spcPts val="0"/>
              </a:spcAft>
              <a:buSzPts val="1800"/>
              <a:buNone/>
              <a:defRPr sz="1800" b="1"/>
            </a:lvl9pPr>
          </a:lstStyle>
          <a:p>
            <a:endParaRPr/>
          </a:p>
        </p:txBody>
      </p:sp>
      <p:sp>
        <p:nvSpPr>
          <p:cNvPr id="95" name="Google Shape;95;p25"/>
          <p:cNvSpPr txBox="1">
            <a:spLocks noGrp="1"/>
          </p:cNvSpPr>
          <p:nvPr>
            <p:ph type="subTitle" idx="5"/>
          </p:nvPr>
        </p:nvSpPr>
        <p:spPr>
          <a:xfrm>
            <a:off x="713250" y="1246031"/>
            <a:ext cx="7717500" cy="640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b="1"/>
            </a:lvl1pPr>
            <a:lvl2pPr lvl="1" rtl="0">
              <a:lnSpc>
                <a:spcPct val="100000"/>
              </a:lnSpc>
              <a:spcBef>
                <a:spcPts val="0"/>
              </a:spcBef>
              <a:spcAft>
                <a:spcPts val="0"/>
              </a:spcAft>
              <a:buSzPts val="1800"/>
              <a:buNone/>
              <a:defRPr sz="1800" b="1"/>
            </a:lvl2pPr>
            <a:lvl3pPr lvl="2" rtl="0">
              <a:lnSpc>
                <a:spcPct val="100000"/>
              </a:lnSpc>
              <a:spcBef>
                <a:spcPts val="0"/>
              </a:spcBef>
              <a:spcAft>
                <a:spcPts val="0"/>
              </a:spcAft>
              <a:buSzPts val="1800"/>
              <a:buNone/>
              <a:defRPr sz="1800" b="1"/>
            </a:lvl3pPr>
            <a:lvl4pPr lvl="3" rtl="0">
              <a:lnSpc>
                <a:spcPct val="100000"/>
              </a:lnSpc>
              <a:spcBef>
                <a:spcPts val="0"/>
              </a:spcBef>
              <a:spcAft>
                <a:spcPts val="0"/>
              </a:spcAft>
              <a:buSzPts val="1800"/>
              <a:buNone/>
              <a:defRPr sz="1800" b="1"/>
            </a:lvl4pPr>
            <a:lvl5pPr lvl="4" rtl="0">
              <a:lnSpc>
                <a:spcPct val="100000"/>
              </a:lnSpc>
              <a:spcBef>
                <a:spcPts val="0"/>
              </a:spcBef>
              <a:spcAft>
                <a:spcPts val="0"/>
              </a:spcAft>
              <a:buSzPts val="1800"/>
              <a:buNone/>
              <a:defRPr sz="1800" b="1"/>
            </a:lvl5pPr>
            <a:lvl6pPr lvl="5" rtl="0">
              <a:lnSpc>
                <a:spcPct val="100000"/>
              </a:lnSpc>
              <a:spcBef>
                <a:spcPts val="0"/>
              </a:spcBef>
              <a:spcAft>
                <a:spcPts val="0"/>
              </a:spcAft>
              <a:buSzPts val="1800"/>
              <a:buNone/>
              <a:defRPr sz="1800" b="1"/>
            </a:lvl6pPr>
            <a:lvl7pPr lvl="6" rtl="0">
              <a:lnSpc>
                <a:spcPct val="100000"/>
              </a:lnSpc>
              <a:spcBef>
                <a:spcPts val="0"/>
              </a:spcBef>
              <a:spcAft>
                <a:spcPts val="0"/>
              </a:spcAft>
              <a:buSzPts val="1800"/>
              <a:buNone/>
              <a:defRPr sz="1800" b="1"/>
            </a:lvl7pPr>
            <a:lvl8pPr lvl="7" rtl="0">
              <a:lnSpc>
                <a:spcPct val="100000"/>
              </a:lnSpc>
              <a:spcBef>
                <a:spcPts val="0"/>
              </a:spcBef>
              <a:spcAft>
                <a:spcPts val="0"/>
              </a:spcAft>
              <a:buSzPts val="1800"/>
              <a:buNone/>
              <a:defRPr sz="1800" b="1"/>
            </a:lvl8pPr>
            <a:lvl9pPr lvl="8" rtl="0">
              <a:lnSpc>
                <a:spcPct val="100000"/>
              </a:lnSpc>
              <a:spcBef>
                <a:spcPts val="0"/>
              </a:spcBef>
              <a:spcAft>
                <a:spcPts val="0"/>
              </a:spcAft>
              <a:buSzPts val="1800"/>
              <a:buNone/>
              <a:defRPr sz="1800" b="1"/>
            </a:lvl9pPr>
          </a:lstStyle>
          <a:p>
            <a:endParaRPr/>
          </a:p>
        </p:txBody>
      </p:sp>
      <p:sp>
        <p:nvSpPr>
          <p:cNvPr id="96" name="Google Shape;96;p25"/>
          <p:cNvSpPr txBox="1">
            <a:spLocks noGrp="1"/>
          </p:cNvSpPr>
          <p:nvPr>
            <p:ph type="subTitle" idx="6"/>
          </p:nvPr>
        </p:nvSpPr>
        <p:spPr>
          <a:xfrm>
            <a:off x="4681300" y="3690497"/>
            <a:ext cx="3749400" cy="913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Text 4">
  <p:cSld name="CUSTOM_2_1_1_1_1_1_1_1_1_2_1">
    <p:bg>
      <p:bgPr>
        <a:solidFill>
          <a:schemeClr val="lt1"/>
        </a:solidFill>
        <a:effectLst/>
      </p:bgPr>
    </p:bg>
    <p:spTree>
      <p:nvGrpSpPr>
        <p:cNvPr id="1" name="Shape 97"/>
        <p:cNvGrpSpPr/>
        <p:nvPr/>
      </p:nvGrpSpPr>
      <p:grpSpPr>
        <a:xfrm>
          <a:off x="0" y="0"/>
          <a:ext cx="0" cy="0"/>
          <a:chOff x="0" y="0"/>
          <a:chExt cx="0" cy="0"/>
        </a:xfrm>
      </p:grpSpPr>
      <p:sp>
        <p:nvSpPr>
          <p:cNvPr id="98" name="Google Shape;98;p26"/>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99" name="Google Shape;99;p26"/>
          <p:cNvSpPr txBox="1">
            <a:spLocks noGrp="1"/>
          </p:cNvSpPr>
          <p:nvPr>
            <p:ph type="subTitle" idx="1"/>
          </p:nvPr>
        </p:nvSpPr>
        <p:spPr>
          <a:xfrm>
            <a:off x="713225" y="2517200"/>
            <a:ext cx="7717500" cy="20868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600"/>
              <a:buNone/>
              <a:defRPr sz="1600"/>
            </a:lvl1pPr>
            <a:lvl2pPr lvl="1" rtl="0">
              <a:lnSpc>
                <a:spcPct val="100000"/>
              </a:lnSpc>
              <a:spcBef>
                <a:spcPts val="0"/>
              </a:spcBef>
              <a:spcAft>
                <a:spcPts val="0"/>
              </a:spcAft>
              <a:buSzPts val="1600"/>
              <a:buNone/>
              <a:defRPr sz="1600"/>
            </a:lvl2pPr>
            <a:lvl3pPr lvl="2" rtl="0">
              <a:lnSpc>
                <a:spcPct val="100000"/>
              </a:lnSpc>
              <a:spcBef>
                <a:spcPts val="0"/>
              </a:spcBef>
              <a:spcAft>
                <a:spcPts val="0"/>
              </a:spcAft>
              <a:buSzPts val="1600"/>
              <a:buNone/>
              <a:defRPr sz="1600"/>
            </a:lvl3pPr>
            <a:lvl4pPr lvl="3" rtl="0">
              <a:lnSpc>
                <a:spcPct val="100000"/>
              </a:lnSpc>
              <a:spcBef>
                <a:spcPts val="0"/>
              </a:spcBef>
              <a:spcAft>
                <a:spcPts val="0"/>
              </a:spcAft>
              <a:buSzPts val="1600"/>
              <a:buNone/>
              <a:defRPr sz="1600"/>
            </a:lvl4pPr>
            <a:lvl5pPr lvl="4" rtl="0">
              <a:lnSpc>
                <a:spcPct val="100000"/>
              </a:lnSpc>
              <a:spcBef>
                <a:spcPts val="0"/>
              </a:spcBef>
              <a:spcAft>
                <a:spcPts val="0"/>
              </a:spcAft>
              <a:buSzPts val="1600"/>
              <a:buNone/>
              <a:defRPr sz="1600"/>
            </a:lvl5pPr>
            <a:lvl6pPr lvl="5" rtl="0">
              <a:lnSpc>
                <a:spcPct val="100000"/>
              </a:lnSpc>
              <a:spcBef>
                <a:spcPts val="0"/>
              </a:spcBef>
              <a:spcAft>
                <a:spcPts val="0"/>
              </a:spcAft>
              <a:buSzPts val="1600"/>
              <a:buNone/>
              <a:defRPr sz="1600"/>
            </a:lvl6pPr>
            <a:lvl7pPr lvl="6" rtl="0">
              <a:lnSpc>
                <a:spcPct val="100000"/>
              </a:lnSpc>
              <a:spcBef>
                <a:spcPts val="0"/>
              </a:spcBef>
              <a:spcAft>
                <a:spcPts val="0"/>
              </a:spcAft>
              <a:buSzPts val="1600"/>
              <a:buNone/>
              <a:defRPr sz="1600"/>
            </a:lvl7pPr>
            <a:lvl8pPr lvl="7" rtl="0">
              <a:lnSpc>
                <a:spcPct val="100000"/>
              </a:lnSpc>
              <a:spcBef>
                <a:spcPts val="0"/>
              </a:spcBef>
              <a:spcAft>
                <a:spcPts val="0"/>
              </a:spcAft>
              <a:buSzPts val="1600"/>
              <a:buNone/>
              <a:defRPr sz="1600"/>
            </a:lvl8pPr>
            <a:lvl9pPr lvl="8" rtl="0">
              <a:lnSpc>
                <a:spcPct val="100000"/>
              </a:lnSpc>
              <a:spcBef>
                <a:spcPts val="0"/>
              </a:spcBef>
              <a:spcAft>
                <a:spcPts val="0"/>
              </a:spcAft>
              <a:buSzPts val="1600"/>
              <a:buNone/>
              <a:defRPr sz="1600"/>
            </a:lvl9pPr>
          </a:lstStyle>
          <a:p>
            <a:endParaRPr/>
          </a:p>
        </p:txBody>
      </p:sp>
      <p:sp>
        <p:nvSpPr>
          <p:cNvPr id="100" name="Google Shape;100;p26"/>
          <p:cNvSpPr txBox="1">
            <a:spLocks noGrp="1"/>
          </p:cNvSpPr>
          <p:nvPr>
            <p:ph type="subTitle" idx="2"/>
          </p:nvPr>
        </p:nvSpPr>
        <p:spPr>
          <a:xfrm>
            <a:off x="713225" y="2093725"/>
            <a:ext cx="7717500" cy="423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a:latin typeface="Archivo Black"/>
                <a:ea typeface="Archivo Black"/>
                <a:cs typeface="Archivo Black"/>
                <a:sym typeface="Archivo Black"/>
              </a:defRPr>
            </a:lvl1pPr>
            <a:lvl2pPr lvl="1" rtl="0">
              <a:lnSpc>
                <a:spcPct val="100000"/>
              </a:lnSpc>
              <a:spcBef>
                <a:spcPts val="0"/>
              </a:spcBef>
              <a:spcAft>
                <a:spcPts val="0"/>
              </a:spcAft>
              <a:buSzPts val="1800"/>
              <a:buNone/>
              <a:defRPr sz="1800" b="1"/>
            </a:lvl2pPr>
            <a:lvl3pPr lvl="2" rtl="0">
              <a:lnSpc>
                <a:spcPct val="100000"/>
              </a:lnSpc>
              <a:spcBef>
                <a:spcPts val="0"/>
              </a:spcBef>
              <a:spcAft>
                <a:spcPts val="0"/>
              </a:spcAft>
              <a:buSzPts val="1800"/>
              <a:buNone/>
              <a:defRPr sz="1800" b="1"/>
            </a:lvl3pPr>
            <a:lvl4pPr lvl="3" rtl="0">
              <a:lnSpc>
                <a:spcPct val="100000"/>
              </a:lnSpc>
              <a:spcBef>
                <a:spcPts val="0"/>
              </a:spcBef>
              <a:spcAft>
                <a:spcPts val="0"/>
              </a:spcAft>
              <a:buSzPts val="1800"/>
              <a:buNone/>
              <a:defRPr sz="1800" b="1"/>
            </a:lvl4pPr>
            <a:lvl5pPr lvl="4" rtl="0">
              <a:lnSpc>
                <a:spcPct val="100000"/>
              </a:lnSpc>
              <a:spcBef>
                <a:spcPts val="0"/>
              </a:spcBef>
              <a:spcAft>
                <a:spcPts val="0"/>
              </a:spcAft>
              <a:buSzPts val="1800"/>
              <a:buNone/>
              <a:defRPr sz="1800" b="1"/>
            </a:lvl5pPr>
            <a:lvl6pPr lvl="5" rtl="0">
              <a:lnSpc>
                <a:spcPct val="100000"/>
              </a:lnSpc>
              <a:spcBef>
                <a:spcPts val="0"/>
              </a:spcBef>
              <a:spcAft>
                <a:spcPts val="0"/>
              </a:spcAft>
              <a:buSzPts val="1800"/>
              <a:buNone/>
              <a:defRPr sz="1800" b="1"/>
            </a:lvl6pPr>
            <a:lvl7pPr lvl="6" rtl="0">
              <a:lnSpc>
                <a:spcPct val="100000"/>
              </a:lnSpc>
              <a:spcBef>
                <a:spcPts val="0"/>
              </a:spcBef>
              <a:spcAft>
                <a:spcPts val="0"/>
              </a:spcAft>
              <a:buSzPts val="1800"/>
              <a:buNone/>
              <a:defRPr sz="1800" b="1"/>
            </a:lvl7pPr>
            <a:lvl8pPr lvl="7" rtl="0">
              <a:lnSpc>
                <a:spcPct val="100000"/>
              </a:lnSpc>
              <a:spcBef>
                <a:spcPts val="0"/>
              </a:spcBef>
              <a:spcAft>
                <a:spcPts val="0"/>
              </a:spcAft>
              <a:buSzPts val="1800"/>
              <a:buNone/>
              <a:defRPr sz="1800" b="1"/>
            </a:lvl8pPr>
            <a:lvl9pPr lvl="8" rtl="0">
              <a:lnSpc>
                <a:spcPct val="100000"/>
              </a:lnSpc>
              <a:spcBef>
                <a:spcPts val="0"/>
              </a:spcBef>
              <a:spcAft>
                <a:spcPts val="0"/>
              </a:spcAft>
              <a:buSzPts val="1800"/>
              <a:buNone/>
              <a:defRPr sz="1800" b="1"/>
            </a:lvl9pPr>
          </a:lstStyle>
          <a:p>
            <a:endParaRPr/>
          </a:p>
        </p:txBody>
      </p:sp>
      <p:sp>
        <p:nvSpPr>
          <p:cNvPr id="101" name="Google Shape;101;p26"/>
          <p:cNvSpPr txBox="1">
            <a:spLocks noGrp="1"/>
          </p:cNvSpPr>
          <p:nvPr>
            <p:ph type="subTitle" idx="3"/>
          </p:nvPr>
        </p:nvSpPr>
        <p:spPr>
          <a:xfrm>
            <a:off x="713250" y="1246031"/>
            <a:ext cx="7717500" cy="6765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b="1"/>
            </a:lvl1pPr>
            <a:lvl2pPr lvl="1" rtl="0">
              <a:lnSpc>
                <a:spcPct val="100000"/>
              </a:lnSpc>
              <a:spcBef>
                <a:spcPts val="0"/>
              </a:spcBef>
              <a:spcAft>
                <a:spcPts val="0"/>
              </a:spcAft>
              <a:buSzPts val="1800"/>
              <a:buNone/>
              <a:defRPr sz="1800" b="1"/>
            </a:lvl2pPr>
            <a:lvl3pPr lvl="2" rtl="0">
              <a:lnSpc>
                <a:spcPct val="100000"/>
              </a:lnSpc>
              <a:spcBef>
                <a:spcPts val="0"/>
              </a:spcBef>
              <a:spcAft>
                <a:spcPts val="0"/>
              </a:spcAft>
              <a:buSzPts val="1800"/>
              <a:buNone/>
              <a:defRPr sz="1800" b="1"/>
            </a:lvl3pPr>
            <a:lvl4pPr lvl="3" rtl="0">
              <a:lnSpc>
                <a:spcPct val="100000"/>
              </a:lnSpc>
              <a:spcBef>
                <a:spcPts val="0"/>
              </a:spcBef>
              <a:spcAft>
                <a:spcPts val="0"/>
              </a:spcAft>
              <a:buSzPts val="1800"/>
              <a:buNone/>
              <a:defRPr sz="1800" b="1"/>
            </a:lvl4pPr>
            <a:lvl5pPr lvl="4" rtl="0">
              <a:lnSpc>
                <a:spcPct val="100000"/>
              </a:lnSpc>
              <a:spcBef>
                <a:spcPts val="0"/>
              </a:spcBef>
              <a:spcAft>
                <a:spcPts val="0"/>
              </a:spcAft>
              <a:buSzPts val="1800"/>
              <a:buNone/>
              <a:defRPr sz="1800" b="1"/>
            </a:lvl5pPr>
            <a:lvl6pPr lvl="5" rtl="0">
              <a:lnSpc>
                <a:spcPct val="100000"/>
              </a:lnSpc>
              <a:spcBef>
                <a:spcPts val="0"/>
              </a:spcBef>
              <a:spcAft>
                <a:spcPts val="0"/>
              </a:spcAft>
              <a:buSzPts val="1800"/>
              <a:buNone/>
              <a:defRPr sz="1800" b="1"/>
            </a:lvl6pPr>
            <a:lvl7pPr lvl="6" rtl="0">
              <a:lnSpc>
                <a:spcPct val="100000"/>
              </a:lnSpc>
              <a:spcBef>
                <a:spcPts val="0"/>
              </a:spcBef>
              <a:spcAft>
                <a:spcPts val="0"/>
              </a:spcAft>
              <a:buSzPts val="1800"/>
              <a:buNone/>
              <a:defRPr sz="1800" b="1"/>
            </a:lvl7pPr>
            <a:lvl8pPr lvl="7" rtl="0">
              <a:lnSpc>
                <a:spcPct val="100000"/>
              </a:lnSpc>
              <a:spcBef>
                <a:spcPts val="0"/>
              </a:spcBef>
              <a:spcAft>
                <a:spcPts val="0"/>
              </a:spcAft>
              <a:buSzPts val="1800"/>
              <a:buNone/>
              <a:defRPr sz="1800" b="1"/>
            </a:lvl8pPr>
            <a:lvl9pPr lvl="8" rtl="0">
              <a:lnSpc>
                <a:spcPct val="100000"/>
              </a:lnSpc>
              <a:spcBef>
                <a:spcPts val="0"/>
              </a:spcBef>
              <a:spcAft>
                <a:spcPts val="0"/>
              </a:spcAft>
              <a:buSzPts val="1800"/>
              <a:buNone/>
              <a:defRPr sz="1800" b="1"/>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1">
  <p:cSld name="CUSTOM_2_1_1_1_1_1_1_1_1_1">
    <p:bg>
      <p:bgPr>
        <a:solidFill>
          <a:schemeClr val="dk1"/>
        </a:solidFill>
        <a:effectLst/>
      </p:bgPr>
    </p:bg>
    <p:spTree>
      <p:nvGrpSpPr>
        <p:cNvPr id="1" name="Shape 102"/>
        <p:cNvGrpSpPr/>
        <p:nvPr/>
      </p:nvGrpSpPr>
      <p:grpSpPr>
        <a:xfrm>
          <a:off x="0" y="0"/>
          <a:ext cx="0" cy="0"/>
          <a:chOff x="0" y="0"/>
          <a:chExt cx="0" cy="0"/>
        </a:xfrm>
      </p:grpSpPr>
      <p:sp>
        <p:nvSpPr>
          <p:cNvPr id="103" name="Google Shape;103;p27"/>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04" name="Google Shape;104;p27"/>
          <p:cNvSpPr txBox="1">
            <a:spLocks noGrp="1"/>
          </p:cNvSpPr>
          <p:nvPr>
            <p:ph type="subTitle" idx="1"/>
          </p:nvPr>
        </p:nvSpPr>
        <p:spPr>
          <a:xfrm>
            <a:off x="1441038" y="3873500"/>
            <a:ext cx="2157300" cy="730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1"/>
              </a:buClr>
              <a:buSzPts val="1600"/>
              <a:buNone/>
              <a:defRPr sz="1600">
                <a:solidFill>
                  <a:schemeClr val="lt1"/>
                </a:solidFill>
              </a:defRPr>
            </a:lvl1pPr>
            <a:lvl2pPr lvl="1" algn="ctr" rtl="0">
              <a:lnSpc>
                <a:spcPct val="100000"/>
              </a:lnSpc>
              <a:spcBef>
                <a:spcPts val="0"/>
              </a:spcBef>
              <a:spcAft>
                <a:spcPts val="0"/>
              </a:spcAft>
              <a:buClr>
                <a:schemeClr val="lt1"/>
              </a:buClr>
              <a:buSzPts val="1600"/>
              <a:buNone/>
              <a:defRPr sz="1600">
                <a:solidFill>
                  <a:schemeClr val="lt1"/>
                </a:solidFill>
              </a:defRPr>
            </a:lvl2pPr>
            <a:lvl3pPr lvl="2" algn="ctr" rtl="0">
              <a:lnSpc>
                <a:spcPct val="100000"/>
              </a:lnSpc>
              <a:spcBef>
                <a:spcPts val="0"/>
              </a:spcBef>
              <a:spcAft>
                <a:spcPts val="0"/>
              </a:spcAft>
              <a:buClr>
                <a:schemeClr val="lt1"/>
              </a:buClr>
              <a:buSzPts val="1600"/>
              <a:buNone/>
              <a:defRPr sz="1600">
                <a:solidFill>
                  <a:schemeClr val="lt1"/>
                </a:solidFill>
              </a:defRPr>
            </a:lvl3pPr>
            <a:lvl4pPr lvl="3" algn="ctr" rtl="0">
              <a:lnSpc>
                <a:spcPct val="100000"/>
              </a:lnSpc>
              <a:spcBef>
                <a:spcPts val="0"/>
              </a:spcBef>
              <a:spcAft>
                <a:spcPts val="0"/>
              </a:spcAft>
              <a:buClr>
                <a:schemeClr val="lt1"/>
              </a:buClr>
              <a:buSzPts val="1600"/>
              <a:buNone/>
              <a:defRPr sz="1600">
                <a:solidFill>
                  <a:schemeClr val="lt1"/>
                </a:solidFill>
              </a:defRPr>
            </a:lvl4pPr>
            <a:lvl5pPr lvl="4" algn="ctr" rtl="0">
              <a:lnSpc>
                <a:spcPct val="100000"/>
              </a:lnSpc>
              <a:spcBef>
                <a:spcPts val="0"/>
              </a:spcBef>
              <a:spcAft>
                <a:spcPts val="0"/>
              </a:spcAft>
              <a:buClr>
                <a:schemeClr val="lt1"/>
              </a:buClr>
              <a:buSzPts val="1600"/>
              <a:buNone/>
              <a:defRPr sz="1600">
                <a:solidFill>
                  <a:schemeClr val="lt1"/>
                </a:solidFill>
              </a:defRPr>
            </a:lvl5pPr>
            <a:lvl6pPr lvl="5" algn="ctr" rtl="0">
              <a:lnSpc>
                <a:spcPct val="100000"/>
              </a:lnSpc>
              <a:spcBef>
                <a:spcPts val="0"/>
              </a:spcBef>
              <a:spcAft>
                <a:spcPts val="0"/>
              </a:spcAft>
              <a:buClr>
                <a:schemeClr val="lt1"/>
              </a:buClr>
              <a:buSzPts val="1600"/>
              <a:buNone/>
              <a:defRPr sz="1600">
                <a:solidFill>
                  <a:schemeClr val="lt1"/>
                </a:solidFill>
              </a:defRPr>
            </a:lvl6pPr>
            <a:lvl7pPr lvl="6" algn="ctr" rtl="0">
              <a:lnSpc>
                <a:spcPct val="100000"/>
              </a:lnSpc>
              <a:spcBef>
                <a:spcPts val="0"/>
              </a:spcBef>
              <a:spcAft>
                <a:spcPts val="0"/>
              </a:spcAft>
              <a:buClr>
                <a:schemeClr val="lt1"/>
              </a:buClr>
              <a:buSzPts val="1600"/>
              <a:buNone/>
              <a:defRPr sz="1600">
                <a:solidFill>
                  <a:schemeClr val="lt1"/>
                </a:solidFill>
              </a:defRPr>
            </a:lvl7pPr>
            <a:lvl8pPr lvl="7" algn="ctr" rtl="0">
              <a:lnSpc>
                <a:spcPct val="100000"/>
              </a:lnSpc>
              <a:spcBef>
                <a:spcPts val="0"/>
              </a:spcBef>
              <a:spcAft>
                <a:spcPts val="0"/>
              </a:spcAft>
              <a:buClr>
                <a:schemeClr val="lt1"/>
              </a:buClr>
              <a:buSzPts val="1600"/>
              <a:buNone/>
              <a:defRPr sz="1600">
                <a:solidFill>
                  <a:schemeClr val="lt1"/>
                </a:solidFill>
              </a:defRPr>
            </a:lvl8pPr>
            <a:lvl9pPr lvl="8" algn="ctr" rtl="0">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5" name="Google Shape;105;p27"/>
          <p:cNvSpPr txBox="1">
            <a:spLocks noGrp="1"/>
          </p:cNvSpPr>
          <p:nvPr>
            <p:ph type="subTitle" idx="2"/>
          </p:nvPr>
        </p:nvSpPr>
        <p:spPr>
          <a:xfrm>
            <a:off x="1441022" y="3350300"/>
            <a:ext cx="2157300" cy="52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1"/>
              </a:buClr>
              <a:buSzPts val="1800"/>
              <a:buNone/>
              <a:defRPr>
                <a:solidFill>
                  <a:schemeClr val="lt1"/>
                </a:solidFill>
                <a:latin typeface="Archivo Black"/>
                <a:ea typeface="Archivo Black"/>
                <a:cs typeface="Archivo Black"/>
                <a:sym typeface="Archivo Black"/>
              </a:defRPr>
            </a:lvl1pPr>
            <a:lvl2pPr lvl="1" algn="ctr" rtl="0">
              <a:lnSpc>
                <a:spcPct val="100000"/>
              </a:lnSpc>
              <a:spcBef>
                <a:spcPts val="0"/>
              </a:spcBef>
              <a:spcAft>
                <a:spcPts val="0"/>
              </a:spcAft>
              <a:buClr>
                <a:schemeClr val="lt1"/>
              </a:buClr>
              <a:buSzPts val="1800"/>
              <a:buNone/>
              <a:defRPr sz="1800" b="1">
                <a:solidFill>
                  <a:schemeClr val="lt1"/>
                </a:solidFill>
              </a:defRPr>
            </a:lvl2pPr>
            <a:lvl3pPr lvl="2" algn="ctr" rtl="0">
              <a:lnSpc>
                <a:spcPct val="100000"/>
              </a:lnSpc>
              <a:spcBef>
                <a:spcPts val="0"/>
              </a:spcBef>
              <a:spcAft>
                <a:spcPts val="0"/>
              </a:spcAft>
              <a:buClr>
                <a:schemeClr val="lt1"/>
              </a:buClr>
              <a:buSzPts val="1800"/>
              <a:buNone/>
              <a:defRPr sz="1800" b="1">
                <a:solidFill>
                  <a:schemeClr val="lt1"/>
                </a:solidFill>
              </a:defRPr>
            </a:lvl3pPr>
            <a:lvl4pPr lvl="3" algn="ctr" rtl="0">
              <a:lnSpc>
                <a:spcPct val="100000"/>
              </a:lnSpc>
              <a:spcBef>
                <a:spcPts val="0"/>
              </a:spcBef>
              <a:spcAft>
                <a:spcPts val="0"/>
              </a:spcAft>
              <a:buClr>
                <a:schemeClr val="lt1"/>
              </a:buClr>
              <a:buSzPts val="1800"/>
              <a:buNone/>
              <a:defRPr sz="1800" b="1">
                <a:solidFill>
                  <a:schemeClr val="lt1"/>
                </a:solidFill>
              </a:defRPr>
            </a:lvl4pPr>
            <a:lvl5pPr lvl="4" algn="ctr" rtl="0">
              <a:lnSpc>
                <a:spcPct val="100000"/>
              </a:lnSpc>
              <a:spcBef>
                <a:spcPts val="0"/>
              </a:spcBef>
              <a:spcAft>
                <a:spcPts val="0"/>
              </a:spcAft>
              <a:buClr>
                <a:schemeClr val="lt1"/>
              </a:buClr>
              <a:buSzPts val="1800"/>
              <a:buNone/>
              <a:defRPr sz="1800" b="1">
                <a:solidFill>
                  <a:schemeClr val="lt1"/>
                </a:solidFill>
              </a:defRPr>
            </a:lvl5pPr>
            <a:lvl6pPr lvl="5" algn="ctr" rtl="0">
              <a:lnSpc>
                <a:spcPct val="100000"/>
              </a:lnSpc>
              <a:spcBef>
                <a:spcPts val="0"/>
              </a:spcBef>
              <a:spcAft>
                <a:spcPts val="0"/>
              </a:spcAft>
              <a:buClr>
                <a:schemeClr val="lt1"/>
              </a:buClr>
              <a:buSzPts val="1800"/>
              <a:buNone/>
              <a:defRPr sz="1800" b="1">
                <a:solidFill>
                  <a:schemeClr val="lt1"/>
                </a:solidFill>
              </a:defRPr>
            </a:lvl6pPr>
            <a:lvl7pPr lvl="6" algn="ctr" rtl="0">
              <a:lnSpc>
                <a:spcPct val="100000"/>
              </a:lnSpc>
              <a:spcBef>
                <a:spcPts val="0"/>
              </a:spcBef>
              <a:spcAft>
                <a:spcPts val="0"/>
              </a:spcAft>
              <a:buClr>
                <a:schemeClr val="lt1"/>
              </a:buClr>
              <a:buSzPts val="1800"/>
              <a:buNone/>
              <a:defRPr sz="1800" b="1">
                <a:solidFill>
                  <a:schemeClr val="lt1"/>
                </a:solidFill>
              </a:defRPr>
            </a:lvl7pPr>
            <a:lvl8pPr lvl="7" algn="ctr" rtl="0">
              <a:lnSpc>
                <a:spcPct val="100000"/>
              </a:lnSpc>
              <a:spcBef>
                <a:spcPts val="0"/>
              </a:spcBef>
              <a:spcAft>
                <a:spcPts val="0"/>
              </a:spcAft>
              <a:buClr>
                <a:schemeClr val="lt1"/>
              </a:buClr>
              <a:buSzPts val="1800"/>
              <a:buNone/>
              <a:defRPr sz="1800" b="1">
                <a:solidFill>
                  <a:schemeClr val="lt1"/>
                </a:solidFill>
              </a:defRPr>
            </a:lvl8pPr>
            <a:lvl9pPr lvl="8" algn="ctr" rtl="0">
              <a:lnSpc>
                <a:spcPct val="100000"/>
              </a:lnSpc>
              <a:spcBef>
                <a:spcPts val="0"/>
              </a:spcBef>
              <a:spcAft>
                <a:spcPts val="0"/>
              </a:spcAft>
              <a:buClr>
                <a:schemeClr val="lt1"/>
              </a:buClr>
              <a:buSzPts val="1800"/>
              <a:buNone/>
              <a:defRPr sz="1800" b="1">
                <a:solidFill>
                  <a:schemeClr val="lt1"/>
                </a:solidFill>
              </a:defRPr>
            </a:lvl9pPr>
          </a:lstStyle>
          <a:p>
            <a:endParaRPr/>
          </a:p>
        </p:txBody>
      </p:sp>
      <p:sp>
        <p:nvSpPr>
          <p:cNvPr id="106" name="Google Shape;106;p27"/>
          <p:cNvSpPr txBox="1">
            <a:spLocks noGrp="1"/>
          </p:cNvSpPr>
          <p:nvPr>
            <p:ph type="subTitle" idx="3"/>
          </p:nvPr>
        </p:nvSpPr>
        <p:spPr>
          <a:xfrm>
            <a:off x="5545646" y="3873500"/>
            <a:ext cx="2157300" cy="730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1"/>
              </a:buClr>
              <a:buSzPts val="1600"/>
              <a:buNone/>
              <a:defRPr sz="1600">
                <a:solidFill>
                  <a:schemeClr val="lt1"/>
                </a:solidFill>
              </a:defRPr>
            </a:lvl1pPr>
            <a:lvl2pPr lvl="1" algn="ctr" rtl="0">
              <a:lnSpc>
                <a:spcPct val="100000"/>
              </a:lnSpc>
              <a:spcBef>
                <a:spcPts val="0"/>
              </a:spcBef>
              <a:spcAft>
                <a:spcPts val="0"/>
              </a:spcAft>
              <a:buClr>
                <a:schemeClr val="lt1"/>
              </a:buClr>
              <a:buSzPts val="1600"/>
              <a:buNone/>
              <a:defRPr sz="1600">
                <a:solidFill>
                  <a:schemeClr val="lt1"/>
                </a:solidFill>
              </a:defRPr>
            </a:lvl2pPr>
            <a:lvl3pPr lvl="2" algn="ctr" rtl="0">
              <a:lnSpc>
                <a:spcPct val="100000"/>
              </a:lnSpc>
              <a:spcBef>
                <a:spcPts val="0"/>
              </a:spcBef>
              <a:spcAft>
                <a:spcPts val="0"/>
              </a:spcAft>
              <a:buClr>
                <a:schemeClr val="lt1"/>
              </a:buClr>
              <a:buSzPts val="1600"/>
              <a:buNone/>
              <a:defRPr sz="1600">
                <a:solidFill>
                  <a:schemeClr val="lt1"/>
                </a:solidFill>
              </a:defRPr>
            </a:lvl3pPr>
            <a:lvl4pPr lvl="3" algn="ctr" rtl="0">
              <a:lnSpc>
                <a:spcPct val="100000"/>
              </a:lnSpc>
              <a:spcBef>
                <a:spcPts val="0"/>
              </a:spcBef>
              <a:spcAft>
                <a:spcPts val="0"/>
              </a:spcAft>
              <a:buClr>
                <a:schemeClr val="lt1"/>
              </a:buClr>
              <a:buSzPts val="1600"/>
              <a:buNone/>
              <a:defRPr sz="1600">
                <a:solidFill>
                  <a:schemeClr val="lt1"/>
                </a:solidFill>
              </a:defRPr>
            </a:lvl4pPr>
            <a:lvl5pPr lvl="4" algn="ctr" rtl="0">
              <a:lnSpc>
                <a:spcPct val="100000"/>
              </a:lnSpc>
              <a:spcBef>
                <a:spcPts val="0"/>
              </a:spcBef>
              <a:spcAft>
                <a:spcPts val="0"/>
              </a:spcAft>
              <a:buClr>
                <a:schemeClr val="lt1"/>
              </a:buClr>
              <a:buSzPts val="1600"/>
              <a:buNone/>
              <a:defRPr sz="1600">
                <a:solidFill>
                  <a:schemeClr val="lt1"/>
                </a:solidFill>
              </a:defRPr>
            </a:lvl5pPr>
            <a:lvl6pPr lvl="5" algn="ctr" rtl="0">
              <a:lnSpc>
                <a:spcPct val="100000"/>
              </a:lnSpc>
              <a:spcBef>
                <a:spcPts val="0"/>
              </a:spcBef>
              <a:spcAft>
                <a:spcPts val="0"/>
              </a:spcAft>
              <a:buClr>
                <a:schemeClr val="lt1"/>
              </a:buClr>
              <a:buSzPts val="1600"/>
              <a:buNone/>
              <a:defRPr sz="1600">
                <a:solidFill>
                  <a:schemeClr val="lt1"/>
                </a:solidFill>
              </a:defRPr>
            </a:lvl6pPr>
            <a:lvl7pPr lvl="6" algn="ctr" rtl="0">
              <a:lnSpc>
                <a:spcPct val="100000"/>
              </a:lnSpc>
              <a:spcBef>
                <a:spcPts val="0"/>
              </a:spcBef>
              <a:spcAft>
                <a:spcPts val="0"/>
              </a:spcAft>
              <a:buClr>
                <a:schemeClr val="lt1"/>
              </a:buClr>
              <a:buSzPts val="1600"/>
              <a:buNone/>
              <a:defRPr sz="1600">
                <a:solidFill>
                  <a:schemeClr val="lt1"/>
                </a:solidFill>
              </a:defRPr>
            </a:lvl7pPr>
            <a:lvl8pPr lvl="7" algn="ctr" rtl="0">
              <a:lnSpc>
                <a:spcPct val="100000"/>
              </a:lnSpc>
              <a:spcBef>
                <a:spcPts val="0"/>
              </a:spcBef>
              <a:spcAft>
                <a:spcPts val="0"/>
              </a:spcAft>
              <a:buClr>
                <a:schemeClr val="lt1"/>
              </a:buClr>
              <a:buSzPts val="1600"/>
              <a:buNone/>
              <a:defRPr sz="1600">
                <a:solidFill>
                  <a:schemeClr val="lt1"/>
                </a:solidFill>
              </a:defRPr>
            </a:lvl8pPr>
            <a:lvl9pPr lvl="8" algn="ctr" rtl="0">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7" name="Google Shape;107;p27"/>
          <p:cNvSpPr txBox="1">
            <a:spLocks noGrp="1"/>
          </p:cNvSpPr>
          <p:nvPr>
            <p:ph type="subTitle" idx="4"/>
          </p:nvPr>
        </p:nvSpPr>
        <p:spPr>
          <a:xfrm>
            <a:off x="5545647" y="3350300"/>
            <a:ext cx="2157300" cy="52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1"/>
              </a:buClr>
              <a:buSzPts val="1800"/>
              <a:buNone/>
              <a:defRPr>
                <a:solidFill>
                  <a:schemeClr val="lt1"/>
                </a:solidFill>
                <a:latin typeface="Archivo Black"/>
                <a:ea typeface="Archivo Black"/>
                <a:cs typeface="Archivo Black"/>
                <a:sym typeface="Archivo Black"/>
              </a:defRPr>
            </a:lvl1pPr>
            <a:lvl2pPr lvl="1" algn="ctr" rtl="0">
              <a:lnSpc>
                <a:spcPct val="100000"/>
              </a:lnSpc>
              <a:spcBef>
                <a:spcPts val="0"/>
              </a:spcBef>
              <a:spcAft>
                <a:spcPts val="0"/>
              </a:spcAft>
              <a:buClr>
                <a:schemeClr val="lt1"/>
              </a:buClr>
              <a:buSzPts val="1800"/>
              <a:buNone/>
              <a:defRPr sz="1800" b="1">
                <a:solidFill>
                  <a:schemeClr val="lt1"/>
                </a:solidFill>
              </a:defRPr>
            </a:lvl2pPr>
            <a:lvl3pPr lvl="2" algn="ctr" rtl="0">
              <a:lnSpc>
                <a:spcPct val="100000"/>
              </a:lnSpc>
              <a:spcBef>
                <a:spcPts val="0"/>
              </a:spcBef>
              <a:spcAft>
                <a:spcPts val="0"/>
              </a:spcAft>
              <a:buClr>
                <a:schemeClr val="lt1"/>
              </a:buClr>
              <a:buSzPts val="1800"/>
              <a:buNone/>
              <a:defRPr sz="1800" b="1">
                <a:solidFill>
                  <a:schemeClr val="lt1"/>
                </a:solidFill>
              </a:defRPr>
            </a:lvl3pPr>
            <a:lvl4pPr lvl="3" algn="ctr" rtl="0">
              <a:lnSpc>
                <a:spcPct val="100000"/>
              </a:lnSpc>
              <a:spcBef>
                <a:spcPts val="0"/>
              </a:spcBef>
              <a:spcAft>
                <a:spcPts val="0"/>
              </a:spcAft>
              <a:buClr>
                <a:schemeClr val="lt1"/>
              </a:buClr>
              <a:buSzPts val="1800"/>
              <a:buNone/>
              <a:defRPr sz="1800" b="1">
                <a:solidFill>
                  <a:schemeClr val="lt1"/>
                </a:solidFill>
              </a:defRPr>
            </a:lvl4pPr>
            <a:lvl5pPr lvl="4" algn="ctr" rtl="0">
              <a:lnSpc>
                <a:spcPct val="100000"/>
              </a:lnSpc>
              <a:spcBef>
                <a:spcPts val="0"/>
              </a:spcBef>
              <a:spcAft>
                <a:spcPts val="0"/>
              </a:spcAft>
              <a:buClr>
                <a:schemeClr val="lt1"/>
              </a:buClr>
              <a:buSzPts val="1800"/>
              <a:buNone/>
              <a:defRPr sz="1800" b="1">
                <a:solidFill>
                  <a:schemeClr val="lt1"/>
                </a:solidFill>
              </a:defRPr>
            </a:lvl5pPr>
            <a:lvl6pPr lvl="5" algn="ctr" rtl="0">
              <a:lnSpc>
                <a:spcPct val="100000"/>
              </a:lnSpc>
              <a:spcBef>
                <a:spcPts val="0"/>
              </a:spcBef>
              <a:spcAft>
                <a:spcPts val="0"/>
              </a:spcAft>
              <a:buClr>
                <a:schemeClr val="lt1"/>
              </a:buClr>
              <a:buSzPts val="1800"/>
              <a:buNone/>
              <a:defRPr sz="1800" b="1">
                <a:solidFill>
                  <a:schemeClr val="lt1"/>
                </a:solidFill>
              </a:defRPr>
            </a:lvl6pPr>
            <a:lvl7pPr lvl="6" algn="ctr" rtl="0">
              <a:lnSpc>
                <a:spcPct val="100000"/>
              </a:lnSpc>
              <a:spcBef>
                <a:spcPts val="0"/>
              </a:spcBef>
              <a:spcAft>
                <a:spcPts val="0"/>
              </a:spcAft>
              <a:buClr>
                <a:schemeClr val="lt1"/>
              </a:buClr>
              <a:buSzPts val="1800"/>
              <a:buNone/>
              <a:defRPr sz="1800" b="1">
                <a:solidFill>
                  <a:schemeClr val="lt1"/>
                </a:solidFill>
              </a:defRPr>
            </a:lvl7pPr>
            <a:lvl8pPr lvl="7" algn="ctr" rtl="0">
              <a:lnSpc>
                <a:spcPct val="100000"/>
              </a:lnSpc>
              <a:spcBef>
                <a:spcPts val="0"/>
              </a:spcBef>
              <a:spcAft>
                <a:spcPts val="0"/>
              </a:spcAft>
              <a:buClr>
                <a:schemeClr val="lt1"/>
              </a:buClr>
              <a:buSzPts val="1800"/>
              <a:buNone/>
              <a:defRPr sz="1800" b="1">
                <a:solidFill>
                  <a:schemeClr val="lt1"/>
                </a:solidFill>
              </a:defRPr>
            </a:lvl8pPr>
            <a:lvl9pPr lvl="8" algn="ctr" rtl="0">
              <a:lnSpc>
                <a:spcPct val="100000"/>
              </a:lnSpc>
              <a:spcBef>
                <a:spcPts val="0"/>
              </a:spcBef>
              <a:spcAft>
                <a:spcPts val="0"/>
              </a:spcAft>
              <a:buClr>
                <a:schemeClr val="lt1"/>
              </a:buClr>
              <a:buSzPts val="1800"/>
              <a:buNone/>
              <a:defRPr sz="1800" b="1">
                <a:solidFill>
                  <a:schemeClr val="lt1"/>
                </a:solidFill>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Three Columns">
  <p:cSld name="CUSTOM_2_1_1_1_1_1_1_1_1_1_1">
    <p:bg>
      <p:bgPr>
        <a:solidFill>
          <a:schemeClr val="lt1"/>
        </a:solidFill>
        <a:effectLst/>
      </p:bgPr>
    </p:bg>
    <p:spTree>
      <p:nvGrpSpPr>
        <p:cNvPr id="1" name="Shape 108"/>
        <p:cNvGrpSpPr/>
        <p:nvPr/>
      </p:nvGrpSpPr>
      <p:grpSpPr>
        <a:xfrm>
          <a:off x="0" y="0"/>
          <a:ext cx="0" cy="0"/>
          <a:chOff x="0" y="0"/>
          <a:chExt cx="0" cy="0"/>
        </a:xfrm>
      </p:grpSpPr>
      <p:sp>
        <p:nvSpPr>
          <p:cNvPr id="109" name="Google Shape;109;p28"/>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10" name="Google Shape;110;p28"/>
          <p:cNvSpPr txBox="1">
            <a:spLocks noGrp="1"/>
          </p:cNvSpPr>
          <p:nvPr>
            <p:ph type="subTitle" idx="1"/>
          </p:nvPr>
        </p:nvSpPr>
        <p:spPr>
          <a:xfrm>
            <a:off x="713228" y="1724775"/>
            <a:ext cx="2463600" cy="908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11" name="Google Shape;111;p28"/>
          <p:cNvSpPr txBox="1">
            <a:spLocks noGrp="1"/>
          </p:cNvSpPr>
          <p:nvPr>
            <p:ph type="subTitle" idx="2"/>
          </p:nvPr>
        </p:nvSpPr>
        <p:spPr>
          <a:xfrm>
            <a:off x="713225" y="2632875"/>
            <a:ext cx="2463600" cy="52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u="sng">
                <a:latin typeface="Archivo Black"/>
                <a:ea typeface="Archivo Black"/>
                <a:cs typeface="Archivo Black"/>
                <a:sym typeface="Archivo Black"/>
              </a:defRPr>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
        <p:nvSpPr>
          <p:cNvPr id="112" name="Google Shape;112;p28"/>
          <p:cNvSpPr txBox="1">
            <a:spLocks noGrp="1"/>
          </p:cNvSpPr>
          <p:nvPr>
            <p:ph type="subTitle" idx="3"/>
          </p:nvPr>
        </p:nvSpPr>
        <p:spPr>
          <a:xfrm>
            <a:off x="5967128" y="1724775"/>
            <a:ext cx="2463600" cy="908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13" name="Google Shape;113;p28"/>
          <p:cNvSpPr txBox="1">
            <a:spLocks noGrp="1"/>
          </p:cNvSpPr>
          <p:nvPr>
            <p:ph type="subTitle" idx="4"/>
          </p:nvPr>
        </p:nvSpPr>
        <p:spPr>
          <a:xfrm>
            <a:off x="5967125" y="2632875"/>
            <a:ext cx="2463600" cy="52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u="sng">
                <a:latin typeface="Archivo Black"/>
                <a:ea typeface="Archivo Black"/>
                <a:cs typeface="Archivo Black"/>
                <a:sym typeface="Archivo Black"/>
              </a:defRPr>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
        <p:nvSpPr>
          <p:cNvPr id="114" name="Google Shape;114;p28"/>
          <p:cNvSpPr txBox="1">
            <a:spLocks noGrp="1"/>
          </p:cNvSpPr>
          <p:nvPr>
            <p:ph type="subTitle" idx="5"/>
          </p:nvPr>
        </p:nvSpPr>
        <p:spPr>
          <a:xfrm>
            <a:off x="3340178" y="1724775"/>
            <a:ext cx="2463600" cy="908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15" name="Google Shape;115;p28"/>
          <p:cNvSpPr txBox="1">
            <a:spLocks noGrp="1"/>
          </p:cNvSpPr>
          <p:nvPr>
            <p:ph type="subTitle" idx="6"/>
          </p:nvPr>
        </p:nvSpPr>
        <p:spPr>
          <a:xfrm>
            <a:off x="3340175" y="2632875"/>
            <a:ext cx="2463600" cy="52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u="sng">
                <a:latin typeface="Archivo Black"/>
                <a:ea typeface="Archivo Black"/>
                <a:cs typeface="Archivo Black"/>
                <a:sym typeface="Archivo Black"/>
              </a:defRPr>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Three Columns 1">
  <p:cSld name="CUSTOM_2_1_1_1_1_1_1_1_1_1_1_1">
    <p:bg>
      <p:bgPr>
        <a:solidFill>
          <a:schemeClr val="dk1"/>
        </a:solidFill>
        <a:effectLst/>
      </p:bgPr>
    </p:bg>
    <p:spTree>
      <p:nvGrpSpPr>
        <p:cNvPr id="1" name="Shape 116"/>
        <p:cNvGrpSpPr/>
        <p:nvPr/>
      </p:nvGrpSpPr>
      <p:grpSpPr>
        <a:xfrm>
          <a:off x="0" y="0"/>
          <a:ext cx="0" cy="0"/>
          <a:chOff x="0" y="0"/>
          <a:chExt cx="0" cy="0"/>
        </a:xfrm>
      </p:grpSpPr>
      <p:sp>
        <p:nvSpPr>
          <p:cNvPr id="117" name="Google Shape;117;p29"/>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18" name="Google Shape;118;p29"/>
          <p:cNvSpPr txBox="1">
            <a:spLocks noGrp="1"/>
          </p:cNvSpPr>
          <p:nvPr>
            <p:ph type="subTitle" idx="1"/>
          </p:nvPr>
        </p:nvSpPr>
        <p:spPr>
          <a:xfrm>
            <a:off x="713227" y="3695900"/>
            <a:ext cx="2438100" cy="908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1"/>
              </a:buClr>
              <a:buSzPts val="1600"/>
              <a:buNone/>
              <a:defRPr sz="1400">
                <a:solidFill>
                  <a:schemeClr val="lt1"/>
                </a:solidFill>
              </a:defRPr>
            </a:lvl1pPr>
            <a:lvl2pPr lvl="1" algn="ctr" rtl="0">
              <a:lnSpc>
                <a:spcPct val="100000"/>
              </a:lnSpc>
              <a:spcBef>
                <a:spcPts val="0"/>
              </a:spcBef>
              <a:spcAft>
                <a:spcPts val="0"/>
              </a:spcAft>
              <a:buClr>
                <a:schemeClr val="lt1"/>
              </a:buClr>
              <a:buSzPts val="1600"/>
              <a:buNone/>
              <a:defRPr sz="1600">
                <a:solidFill>
                  <a:schemeClr val="lt1"/>
                </a:solidFill>
              </a:defRPr>
            </a:lvl2pPr>
            <a:lvl3pPr lvl="2" algn="ctr" rtl="0">
              <a:lnSpc>
                <a:spcPct val="100000"/>
              </a:lnSpc>
              <a:spcBef>
                <a:spcPts val="0"/>
              </a:spcBef>
              <a:spcAft>
                <a:spcPts val="0"/>
              </a:spcAft>
              <a:buClr>
                <a:schemeClr val="lt1"/>
              </a:buClr>
              <a:buSzPts val="1600"/>
              <a:buNone/>
              <a:defRPr sz="1600">
                <a:solidFill>
                  <a:schemeClr val="lt1"/>
                </a:solidFill>
              </a:defRPr>
            </a:lvl3pPr>
            <a:lvl4pPr lvl="3" algn="ctr" rtl="0">
              <a:lnSpc>
                <a:spcPct val="100000"/>
              </a:lnSpc>
              <a:spcBef>
                <a:spcPts val="0"/>
              </a:spcBef>
              <a:spcAft>
                <a:spcPts val="0"/>
              </a:spcAft>
              <a:buClr>
                <a:schemeClr val="lt1"/>
              </a:buClr>
              <a:buSzPts val="1600"/>
              <a:buNone/>
              <a:defRPr sz="1600">
                <a:solidFill>
                  <a:schemeClr val="lt1"/>
                </a:solidFill>
              </a:defRPr>
            </a:lvl4pPr>
            <a:lvl5pPr lvl="4" algn="ctr" rtl="0">
              <a:lnSpc>
                <a:spcPct val="100000"/>
              </a:lnSpc>
              <a:spcBef>
                <a:spcPts val="0"/>
              </a:spcBef>
              <a:spcAft>
                <a:spcPts val="0"/>
              </a:spcAft>
              <a:buClr>
                <a:schemeClr val="lt1"/>
              </a:buClr>
              <a:buSzPts val="1600"/>
              <a:buNone/>
              <a:defRPr sz="1600">
                <a:solidFill>
                  <a:schemeClr val="lt1"/>
                </a:solidFill>
              </a:defRPr>
            </a:lvl5pPr>
            <a:lvl6pPr lvl="5" algn="ctr" rtl="0">
              <a:lnSpc>
                <a:spcPct val="100000"/>
              </a:lnSpc>
              <a:spcBef>
                <a:spcPts val="0"/>
              </a:spcBef>
              <a:spcAft>
                <a:spcPts val="0"/>
              </a:spcAft>
              <a:buClr>
                <a:schemeClr val="lt1"/>
              </a:buClr>
              <a:buSzPts val="1600"/>
              <a:buNone/>
              <a:defRPr sz="1600">
                <a:solidFill>
                  <a:schemeClr val="lt1"/>
                </a:solidFill>
              </a:defRPr>
            </a:lvl6pPr>
            <a:lvl7pPr lvl="6" algn="ctr" rtl="0">
              <a:lnSpc>
                <a:spcPct val="100000"/>
              </a:lnSpc>
              <a:spcBef>
                <a:spcPts val="0"/>
              </a:spcBef>
              <a:spcAft>
                <a:spcPts val="0"/>
              </a:spcAft>
              <a:buClr>
                <a:schemeClr val="lt1"/>
              </a:buClr>
              <a:buSzPts val="1600"/>
              <a:buNone/>
              <a:defRPr sz="1600">
                <a:solidFill>
                  <a:schemeClr val="lt1"/>
                </a:solidFill>
              </a:defRPr>
            </a:lvl7pPr>
            <a:lvl8pPr lvl="7" algn="ctr" rtl="0">
              <a:lnSpc>
                <a:spcPct val="100000"/>
              </a:lnSpc>
              <a:spcBef>
                <a:spcPts val="0"/>
              </a:spcBef>
              <a:spcAft>
                <a:spcPts val="0"/>
              </a:spcAft>
              <a:buClr>
                <a:schemeClr val="lt1"/>
              </a:buClr>
              <a:buSzPts val="1600"/>
              <a:buNone/>
              <a:defRPr sz="1600">
                <a:solidFill>
                  <a:schemeClr val="lt1"/>
                </a:solidFill>
              </a:defRPr>
            </a:lvl8pPr>
            <a:lvl9pPr lvl="8" algn="ctr" rtl="0">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19" name="Google Shape;119;p29"/>
          <p:cNvSpPr txBox="1">
            <a:spLocks noGrp="1"/>
          </p:cNvSpPr>
          <p:nvPr>
            <p:ph type="subTitle" idx="2"/>
          </p:nvPr>
        </p:nvSpPr>
        <p:spPr>
          <a:xfrm>
            <a:off x="713224" y="3172700"/>
            <a:ext cx="2438100" cy="493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1"/>
              </a:buClr>
              <a:buSzPts val="1800"/>
              <a:buNone/>
              <a:defRPr>
                <a:solidFill>
                  <a:schemeClr val="lt1"/>
                </a:solidFill>
                <a:latin typeface="Archivo Black"/>
                <a:ea typeface="Archivo Black"/>
                <a:cs typeface="Archivo Black"/>
                <a:sym typeface="Archivo Black"/>
              </a:defRPr>
            </a:lvl1pPr>
            <a:lvl2pPr lvl="1" algn="ctr" rtl="0">
              <a:lnSpc>
                <a:spcPct val="100000"/>
              </a:lnSpc>
              <a:spcBef>
                <a:spcPts val="0"/>
              </a:spcBef>
              <a:spcAft>
                <a:spcPts val="0"/>
              </a:spcAft>
              <a:buClr>
                <a:schemeClr val="lt1"/>
              </a:buClr>
              <a:buSzPts val="1800"/>
              <a:buNone/>
              <a:defRPr sz="1800" b="1">
                <a:solidFill>
                  <a:schemeClr val="lt1"/>
                </a:solidFill>
              </a:defRPr>
            </a:lvl2pPr>
            <a:lvl3pPr lvl="2" algn="ctr" rtl="0">
              <a:lnSpc>
                <a:spcPct val="100000"/>
              </a:lnSpc>
              <a:spcBef>
                <a:spcPts val="0"/>
              </a:spcBef>
              <a:spcAft>
                <a:spcPts val="0"/>
              </a:spcAft>
              <a:buClr>
                <a:schemeClr val="lt1"/>
              </a:buClr>
              <a:buSzPts val="1800"/>
              <a:buNone/>
              <a:defRPr sz="1800" b="1">
                <a:solidFill>
                  <a:schemeClr val="lt1"/>
                </a:solidFill>
              </a:defRPr>
            </a:lvl3pPr>
            <a:lvl4pPr lvl="3" algn="ctr" rtl="0">
              <a:lnSpc>
                <a:spcPct val="100000"/>
              </a:lnSpc>
              <a:spcBef>
                <a:spcPts val="0"/>
              </a:spcBef>
              <a:spcAft>
                <a:spcPts val="0"/>
              </a:spcAft>
              <a:buClr>
                <a:schemeClr val="lt1"/>
              </a:buClr>
              <a:buSzPts val="1800"/>
              <a:buNone/>
              <a:defRPr sz="1800" b="1">
                <a:solidFill>
                  <a:schemeClr val="lt1"/>
                </a:solidFill>
              </a:defRPr>
            </a:lvl4pPr>
            <a:lvl5pPr lvl="4" algn="ctr" rtl="0">
              <a:lnSpc>
                <a:spcPct val="100000"/>
              </a:lnSpc>
              <a:spcBef>
                <a:spcPts val="0"/>
              </a:spcBef>
              <a:spcAft>
                <a:spcPts val="0"/>
              </a:spcAft>
              <a:buClr>
                <a:schemeClr val="lt1"/>
              </a:buClr>
              <a:buSzPts val="1800"/>
              <a:buNone/>
              <a:defRPr sz="1800" b="1">
                <a:solidFill>
                  <a:schemeClr val="lt1"/>
                </a:solidFill>
              </a:defRPr>
            </a:lvl5pPr>
            <a:lvl6pPr lvl="5" algn="ctr" rtl="0">
              <a:lnSpc>
                <a:spcPct val="100000"/>
              </a:lnSpc>
              <a:spcBef>
                <a:spcPts val="0"/>
              </a:spcBef>
              <a:spcAft>
                <a:spcPts val="0"/>
              </a:spcAft>
              <a:buClr>
                <a:schemeClr val="lt1"/>
              </a:buClr>
              <a:buSzPts val="1800"/>
              <a:buNone/>
              <a:defRPr sz="1800" b="1">
                <a:solidFill>
                  <a:schemeClr val="lt1"/>
                </a:solidFill>
              </a:defRPr>
            </a:lvl6pPr>
            <a:lvl7pPr lvl="6" algn="ctr" rtl="0">
              <a:lnSpc>
                <a:spcPct val="100000"/>
              </a:lnSpc>
              <a:spcBef>
                <a:spcPts val="0"/>
              </a:spcBef>
              <a:spcAft>
                <a:spcPts val="0"/>
              </a:spcAft>
              <a:buClr>
                <a:schemeClr val="lt1"/>
              </a:buClr>
              <a:buSzPts val="1800"/>
              <a:buNone/>
              <a:defRPr sz="1800" b="1">
                <a:solidFill>
                  <a:schemeClr val="lt1"/>
                </a:solidFill>
              </a:defRPr>
            </a:lvl7pPr>
            <a:lvl8pPr lvl="7" algn="ctr" rtl="0">
              <a:lnSpc>
                <a:spcPct val="100000"/>
              </a:lnSpc>
              <a:spcBef>
                <a:spcPts val="0"/>
              </a:spcBef>
              <a:spcAft>
                <a:spcPts val="0"/>
              </a:spcAft>
              <a:buClr>
                <a:schemeClr val="lt1"/>
              </a:buClr>
              <a:buSzPts val="1800"/>
              <a:buNone/>
              <a:defRPr sz="1800" b="1">
                <a:solidFill>
                  <a:schemeClr val="lt1"/>
                </a:solidFill>
              </a:defRPr>
            </a:lvl8pPr>
            <a:lvl9pPr lvl="8" algn="ctr" rtl="0">
              <a:lnSpc>
                <a:spcPct val="100000"/>
              </a:lnSpc>
              <a:spcBef>
                <a:spcPts val="0"/>
              </a:spcBef>
              <a:spcAft>
                <a:spcPts val="0"/>
              </a:spcAft>
              <a:buClr>
                <a:schemeClr val="lt1"/>
              </a:buClr>
              <a:buSzPts val="1800"/>
              <a:buNone/>
              <a:defRPr sz="1800" b="1">
                <a:solidFill>
                  <a:schemeClr val="lt1"/>
                </a:solidFill>
              </a:defRPr>
            </a:lvl9pPr>
          </a:lstStyle>
          <a:p>
            <a:endParaRPr/>
          </a:p>
        </p:txBody>
      </p:sp>
      <p:sp>
        <p:nvSpPr>
          <p:cNvPr id="120" name="Google Shape;120;p29"/>
          <p:cNvSpPr txBox="1">
            <a:spLocks noGrp="1"/>
          </p:cNvSpPr>
          <p:nvPr>
            <p:ph type="subTitle" idx="3"/>
          </p:nvPr>
        </p:nvSpPr>
        <p:spPr>
          <a:xfrm>
            <a:off x="5992677" y="3695900"/>
            <a:ext cx="2438100" cy="908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1"/>
              </a:buClr>
              <a:buSzPts val="1600"/>
              <a:buNone/>
              <a:defRPr sz="1400">
                <a:solidFill>
                  <a:schemeClr val="lt1"/>
                </a:solidFill>
              </a:defRPr>
            </a:lvl1pPr>
            <a:lvl2pPr lvl="1" algn="ctr" rtl="0">
              <a:lnSpc>
                <a:spcPct val="100000"/>
              </a:lnSpc>
              <a:spcBef>
                <a:spcPts val="0"/>
              </a:spcBef>
              <a:spcAft>
                <a:spcPts val="0"/>
              </a:spcAft>
              <a:buClr>
                <a:schemeClr val="lt1"/>
              </a:buClr>
              <a:buSzPts val="1600"/>
              <a:buNone/>
              <a:defRPr sz="1600">
                <a:solidFill>
                  <a:schemeClr val="lt1"/>
                </a:solidFill>
              </a:defRPr>
            </a:lvl2pPr>
            <a:lvl3pPr lvl="2" algn="ctr" rtl="0">
              <a:lnSpc>
                <a:spcPct val="100000"/>
              </a:lnSpc>
              <a:spcBef>
                <a:spcPts val="0"/>
              </a:spcBef>
              <a:spcAft>
                <a:spcPts val="0"/>
              </a:spcAft>
              <a:buClr>
                <a:schemeClr val="lt1"/>
              </a:buClr>
              <a:buSzPts val="1600"/>
              <a:buNone/>
              <a:defRPr sz="1600">
                <a:solidFill>
                  <a:schemeClr val="lt1"/>
                </a:solidFill>
              </a:defRPr>
            </a:lvl3pPr>
            <a:lvl4pPr lvl="3" algn="ctr" rtl="0">
              <a:lnSpc>
                <a:spcPct val="100000"/>
              </a:lnSpc>
              <a:spcBef>
                <a:spcPts val="0"/>
              </a:spcBef>
              <a:spcAft>
                <a:spcPts val="0"/>
              </a:spcAft>
              <a:buClr>
                <a:schemeClr val="lt1"/>
              </a:buClr>
              <a:buSzPts val="1600"/>
              <a:buNone/>
              <a:defRPr sz="1600">
                <a:solidFill>
                  <a:schemeClr val="lt1"/>
                </a:solidFill>
              </a:defRPr>
            </a:lvl4pPr>
            <a:lvl5pPr lvl="4" algn="ctr" rtl="0">
              <a:lnSpc>
                <a:spcPct val="100000"/>
              </a:lnSpc>
              <a:spcBef>
                <a:spcPts val="0"/>
              </a:spcBef>
              <a:spcAft>
                <a:spcPts val="0"/>
              </a:spcAft>
              <a:buClr>
                <a:schemeClr val="lt1"/>
              </a:buClr>
              <a:buSzPts val="1600"/>
              <a:buNone/>
              <a:defRPr sz="1600">
                <a:solidFill>
                  <a:schemeClr val="lt1"/>
                </a:solidFill>
              </a:defRPr>
            </a:lvl5pPr>
            <a:lvl6pPr lvl="5" algn="ctr" rtl="0">
              <a:lnSpc>
                <a:spcPct val="100000"/>
              </a:lnSpc>
              <a:spcBef>
                <a:spcPts val="0"/>
              </a:spcBef>
              <a:spcAft>
                <a:spcPts val="0"/>
              </a:spcAft>
              <a:buClr>
                <a:schemeClr val="lt1"/>
              </a:buClr>
              <a:buSzPts val="1600"/>
              <a:buNone/>
              <a:defRPr sz="1600">
                <a:solidFill>
                  <a:schemeClr val="lt1"/>
                </a:solidFill>
              </a:defRPr>
            </a:lvl6pPr>
            <a:lvl7pPr lvl="6" algn="ctr" rtl="0">
              <a:lnSpc>
                <a:spcPct val="100000"/>
              </a:lnSpc>
              <a:spcBef>
                <a:spcPts val="0"/>
              </a:spcBef>
              <a:spcAft>
                <a:spcPts val="0"/>
              </a:spcAft>
              <a:buClr>
                <a:schemeClr val="lt1"/>
              </a:buClr>
              <a:buSzPts val="1600"/>
              <a:buNone/>
              <a:defRPr sz="1600">
                <a:solidFill>
                  <a:schemeClr val="lt1"/>
                </a:solidFill>
              </a:defRPr>
            </a:lvl7pPr>
            <a:lvl8pPr lvl="7" algn="ctr" rtl="0">
              <a:lnSpc>
                <a:spcPct val="100000"/>
              </a:lnSpc>
              <a:spcBef>
                <a:spcPts val="0"/>
              </a:spcBef>
              <a:spcAft>
                <a:spcPts val="0"/>
              </a:spcAft>
              <a:buClr>
                <a:schemeClr val="lt1"/>
              </a:buClr>
              <a:buSzPts val="1600"/>
              <a:buNone/>
              <a:defRPr sz="1600">
                <a:solidFill>
                  <a:schemeClr val="lt1"/>
                </a:solidFill>
              </a:defRPr>
            </a:lvl8pPr>
            <a:lvl9pPr lvl="8" algn="ctr" rtl="0">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21" name="Google Shape;121;p29"/>
          <p:cNvSpPr txBox="1">
            <a:spLocks noGrp="1"/>
          </p:cNvSpPr>
          <p:nvPr>
            <p:ph type="subTitle" idx="4"/>
          </p:nvPr>
        </p:nvSpPr>
        <p:spPr>
          <a:xfrm>
            <a:off x="5992674" y="3172700"/>
            <a:ext cx="2438100" cy="493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1"/>
              </a:buClr>
              <a:buSzPts val="1800"/>
              <a:buNone/>
              <a:defRPr>
                <a:solidFill>
                  <a:schemeClr val="lt1"/>
                </a:solidFill>
                <a:latin typeface="Archivo Black"/>
                <a:ea typeface="Archivo Black"/>
                <a:cs typeface="Archivo Black"/>
                <a:sym typeface="Archivo Black"/>
              </a:defRPr>
            </a:lvl1pPr>
            <a:lvl2pPr lvl="1" algn="ctr" rtl="0">
              <a:lnSpc>
                <a:spcPct val="100000"/>
              </a:lnSpc>
              <a:spcBef>
                <a:spcPts val="0"/>
              </a:spcBef>
              <a:spcAft>
                <a:spcPts val="0"/>
              </a:spcAft>
              <a:buClr>
                <a:schemeClr val="lt1"/>
              </a:buClr>
              <a:buSzPts val="1800"/>
              <a:buNone/>
              <a:defRPr sz="1800" b="1">
                <a:solidFill>
                  <a:schemeClr val="lt1"/>
                </a:solidFill>
              </a:defRPr>
            </a:lvl2pPr>
            <a:lvl3pPr lvl="2" algn="ctr" rtl="0">
              <a:lnSpc>
                <a:spcPct val="100000"/>
              </a:lnSpc>
              <a:spcBef>
                <a:spcPts val="0"/>
              </a:spcBef>
              <a:spcAft>
                <a:spcPts val="0"/>
              </a:spcAft>
              <a:buClr>
                <a:schemeClr val="lt1"/>
              </a:buClr>
              <a:buSzPts val="1800"/>
              <a:buNone/>
              <a:defRPr sz="1800" b="1">
                <a:solidFill>
                  <a:schemeClr val="lt1"/>
                </a:solidFill>
              </a:defRPr>
            </a:lvl3pPr>
            <a:lvl4pPr lvl="3" algn="ctr" rtl="0">
              <a:lnSpc>
                <a:spcPct val="100000"/>
              </a:lnSpc>
              <a:spcBef>
                <a:spcPts val="0"/>
              </a:spcBef>
              <a:spcAft>
                <a:spcPts val="0"/>
              </a:spcAft>
              <a:buClr>
                <a:schemeClr val="lt1"/>
              </a:buClr>
              <a:buSzPts val="1800"/>
              <a:buNone/>
              <a:defRPr sz="1800" b="1">
                <a:solidFill>
                  <a:schemeClr val="lt1"/>
                </a:solidFill>
              </a:defRPr>
            </a:lvl4pPr>
            <a:lvl5pPr lvl="4" algn="ctr" rtl="0">
              <a:lnSpc>
                <a:spcPct val="100000"/>
              </a:lnSpc>
              <a:spcBef>
                <a:spcPts val="0"/>
              </a:spcBef>
              <a:spcAft>
                <a:spcPts val="0"/>
              </a:spcAft>
              <a:buClr>
                <a:schemeClr val="lt1"/>
              </a:buClr>
              <a:buSzPts val="1800"/>
              <a:buNone/>
              <a:defRPr sz="1800" b="1">
                <a:solidFill>
                  <a:schemeClr val="lt1"/>
                </a:solidFill>
              </a:defRPr>
            </a:lvl5pPr>
            <a:lvl6pPr lvl="5" algn="ctr" rtl="0">
              <a:lnSpc>
                <a:spcPct val="100000"/>
              </a:lnSpc>
              <a:spcBef>
                <a:spcPts val="0"/>
              </a:spcBef>
              <a:spcAft>
                <a:spcPts val="0"/>
              </a:spcAft>
              <a:buClr>
                <a:schemeClr val="lt1"/>
              </a:buClr>
              <a:buSzPts val="1800"/>
              <a:buNone/>
              <a:defRPr sz="1800" b="1">
                <a:solidFill>
                  <a:schemeClr val="lt1"/>
                </a:solidFill>
              </a:defRPr>
            </a:lvl6pPr>
            <a:lvl7pPr lvl="6" algn="ctr" rtl="0">
              <a:lnSpc>
                <a:spcPct val="100000"/>
              </a:lnSpc>
              <a:spcBef>
                <a:spcPts val="0"/>
              </a:spcBef>
              <a:spcAft>
                <a:spcPts val="0"/>
              </a:spcAft>
              <a:buClr>
                <a:schemeClr val="lt1"/>
              </a:buClr>
              <a:buSzPts val="1800"/>
              <a:buNone/>
              <a:defRPr sz="1800" b="1">
                <a:solidFill>
                  <a:schemeClr val="lt1"/>
                </a:solidFill>
              </a:defRPr>
            </a:lvl7pPr>
            <a:lvl8pPr lvl="7" algn="ctr" rtl="0">
              <a:lnSpc>
                <a:spcPct val="100000"/>
              </a:lnSpc>
              <a:spcBef>
                <a:spcPts val="0"/>
              </a:spcBef>
              <a:spcAft>
                <a:spcPts val="0"/>
              </a:spcAft>
              <a:buClr>
                <a:schemeClr val="lt1"/>
              </a:buClr>
              <a:buSzPts val="1800"/>
              <a:buNone/>
              <a:defRPr sz="1800" b="1">
                <a:solidFill>
                  <a:schemeClr val="lt1"/>
                </a:solidFill>
              </a:defRPr>
            </a:lvl8pPr>
            <a:lvl9pPr lvl="8" algn="ctr" rtl="0">
              <a:lnSpc>
                <a:spcPct val="100000"/>
              </a:lnSpc>
              <a:spcBef>
                <a:spcPts val="0"/>
              </a:spcBef>
              <a:spcAft>
                <a:spcPts val="0"/>
              </a:spcAft>
              <a:buClr>
                <a:schemeClr val="lt1"/>
              </a:buClr>
              <a:buSzPts val="1800"/>
              <a:buNone/>
              <a:defRPr sz="1800" b="1">
                <a:solidFill>
                  <a:schemeClr val="lt1"/>
                </a:solidFill>
              </a:defRPr>
            </a:lvl9pPr>
          </a:lstStyle>
          <a:p>
            <a:endParaRPr/>
          </a:p>
        </p:txBody>
      </p:sp>
      <p:sp>
        <p:nvSpPr>
          <p:cNvPr id="122" name="Google Shape;122;p29"/>
          <p:cNvSpPr txBox="1">
            <a:spLocks noGrp="1"/>
          </p:cNvSpPr>
          <p:nvPr>
            <p:ph type="subTitle" idx="5"/>
          </p:nvPr>
        </p:nvSpPr>
        <p:spPr>
          <a:xfrm>
            <a:off x="3352952" y="3695900"/>
            <a:ext cx="2438100" cy="908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1"/>
              </a:buClr>
              <a:buSzPts val="1600"/>
              <a:buNone/>
              <a:defRPr sz="1400">
                <a:solidFill>
                  <a:schemeClr val="lt1"/>
                </a:solidFill>
              </a:defRPr>
            </a:lvl1pPr>
            <a:lvl2pPr lvl="1" algn="ctr" rtl="0">
              <a:lnSpc>
                <a:spcPct val="100000"/>
              </a:lnSpc>
              <a:spcBef>
                <a:spcPts val="0"/>
              </a:spcBef>
              <a:spcAft>
                <a:spcPts val="0"/>
              </a:spcAft>
              <a:buClr>
                <a:schemeClr val="lt1"/>
              </a:buClr>
              <a:buSzPts val="1600"/>
              <a:buNone/>
              <a:defRPr sz="1600">
                <a:solidFill>
                  <a:schemeClr val="lt1"/>
                </a:solidFill>
              </a:defRPr>
            </a:lvl2pPr>
            <a:lvl3pPr lvl="2" algn="ctr" rtl="0">
              <a:lnSpc>
                <a:spcPct val="100000"/>
              </a:lnSpc>
              <a:spcBef>
                <a:spcPts val="0"/>
              </a:spcBef>
              <a:spcAft>
                <a:spcPts val="0"/>
              </a:spcAft>
              <a:buClr>
                <a:schemeClr val="lt1"/>
              </a:buClr>
              <a:buSzPts val="1600"/>
              <a:buNone/>
              <a:defRPr sz="1600">
                <a:solidFill>
                  <a:schemeClr val="lt1"/>
                </a:solidFill>
              </a:defRPr>
            </a:lvl3pPr>
            <a:lvl4pPr lvl="3" algn="ctr" rtl="0">
              <a:lnSpc>
                <a:spcPct val="100000"/>
              </a:lnSpc>
              <a:spcBef>
                <a:spcPts val="0"/>
              </a:spcBef>
              <a:spcAft>
                <a:spcPts val="0"/>
              </a:spcAft>
              <a:buClr>
                <a:schemeClr val="lt1"/>
              </a:buClr>
              <a:buSzPts val="1600"/>
              <a:buNone/>
              <a:defRPr sz="1600">
                <a:solidFill>
                  <a:schemeClr val="lt1"/>
                </a:solidFill>
              </a:defRPr>
            </a:lvl4pPr>
            <a:lvl5pPr lvl="4" algn="ctr" rtl="0">
              <a:lnSpc>
                <a:spcPct val="100000"/>
              </a:lnSpc>
              <a:spcBef>
                <a:spcPts val="0"/>
              </a:spcBef>
              <a:spcAft>
                <a:spcPts val="0"/>
              </a:spcAft>
              <a:buClr>
                <a:schemeClr val="lt1"/>
              </a:buClr>
              <a:buSzPts val="1600"/>
              <a:buNone/>
              <a:defRPr sz="1600">
                <a:solidFill>
                  <a:schemeClr val="lt1"/>
                </a:solidFill>
              </a:defRPr>
            </a:lvl5pPr>
            <a:lvl6pPr lvl="5" algn="ctr" rtl="0">
              <a:lnSpc>
                <a:spcPct val="100000"/>
              </a:lnSpc>
              <a:spcBef>
                <a:spcPts val="0"/>
              </a:spcBef>
              <a:spcAft>
                <a:spcPts val="0"/>
              </a:spcAft>
              <a:buClr>
                <a:schemeClr val="lt1"/>
              </a:buClr>
              <a:buSzPts val="1600"/>
              <a:buNone/>
              <a:defRPr sz="1600">
                <a:solidFill>
                  <a:schemeClr val="lt1"/>
                </a:solidFill>
              </a:defRPr>
            </a:lvl6pPr>
            <a:lvl7pPr lvl="6" algn="ctr" rtl="0">
              <a:lnSpc>
                <a:spcPct val="100000"/>
              </a:lnSpc>
              <a:spcBef>
                <a:spcPts val="0"/>
              </a:spcBef>
              <a:spcAft>
                <a:spcPts val="0"/>
              </a:spcAft>
              <a:buClr>
                <a:schemeClr val="lt1"/>
              </a:buClr>
              <a:buSzPts val="1600"/>
              <a:buNone/>
              <a:defRPr sz="1600">
                <a:solidFill>
                  <a:schemeClr val="lt1"/>
                </a:solidFill>
              </a:defRPr>
            </a:lvl7pPr>
            <a:lvl8pPr lvl="7" algn="ctr" rtl="0">
              <a:lnSpc>
                <a:spcPct val="100000"/>
              </a:lnSpc>
              <a:spcBef>
                <a:spcPts val="0"/>
              </a:spcBef>
              <a:spcAft>
                <a:spcPts val="0"/>
              </a:spcAft>
              <a:buClr>
                <a:schemeClr val="lt1"/>
              </a:buClr>
              <a:buSzPts val="1600"/>
              <a:buNone/>
              <a:defRPr sz="1600">
                <a:solidFill>
                  <a:schemeClr val="lt1"/>
                </a:solidFill>
              </a:defRPr>
            </a:lvl8pPr>
            <a:lvl9pPr lvl="8" algn="ctr" rtl="0">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23" name="Google Shape;123;p29"/>
          <p:cNvSpPr txBox="1">
            <a:spLocks noGrp="1"/>
          </p:cNvSpPr>
          <p:nvPr>
            <p:ph type="subTitle" idx="6"/>
          </p:nvPr>
        </p:nvSpPr>
        <p:spPr>
          <a:xfrm>
            <a:off x="3352949" y="3172700"/>
            <a:ext cx="2438100" cy="493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lt1"/>
              </a:buClr>
              <a:buSzPts val="1800"/>
              <a:buNone/>
              <a:defRPr>
                <a:solidFill>
                  <a:schemeClr val="lt1"/>
                </a:solidFill>
                <a:latin typeface="Archivo Black"/>
                <a:ea typeface="Archivo Black"/>
                <a:cs typeface="Archivo Black"/>
                <a:sym typeface="Archivo Black"/>
              </a:defRPr>
            </a:lvl1pPr>
            <a:lvl2pPr lvl="1" algn="ctr" rtl="0">
              <a:lnSpc>
                <a:spcPct val="100000"/>
              </a:lnSpc>
              <a:spcBef>
                <a:spcPts val="0"/>
              </a:spcBef>
              <a:spcAft>
                <a:spcPts val="0"/>
              </a:spcAft>
              <a:buClr>
                <a:schemeClr val="lt1"/>
              </a:buClr>
              <a:buSzPts val="1800"/>
              <a:buNone/>
              <a:defRPr sz="1800" b="1">
                <a:solidFill>
                  <a:schemeClr val="lt1"/>
                </a:solidFill>
              </a:defRPr>
            </a:lvl2pPr>
            <a:lvl3pPr lvl="2" algn="ctr" rtl="0">
              <a:lnSpc>
                <a:spcPct val="100000"/>
              </a:lnSpc>
              <a:spcBef>
                <a:spcPts val="0"/>
              </a:spcBef>
              <a:spcAft>
                <a:spcPts val="0"/>
              </a:spcAft>
              <a:buClr>
                <a:schemeClr val="lt1"/>
              </a:buClr>
              <a:buSzPts val="1800"/>
              <a:buNone/>
              <a:defRPr sz="1800" b="1">
                <a:solidFill>
                  <a:schemeClr val="lt1"/>
                </a:solidFill>
              </a:defRPr>
            </a:lvl3pPr>
            <a:lvl4pPr lvl="3" algn="ctr" rtl="0">
              <a:lnSpc>
                <a:spcPct val="100000"/>
              </a:lnSpc>
              <a:spcBef>
                <a:spcPts val="0"/>
              </a:spcBef>
              <a:spcAft>
                <a:spcPts val="0"/>
              </a:spcAft>
              <a:buClr>
                <a:schemeClr val="lt1"/>
              </a:buClr>
              <a:buSzPts val="1800"/>
              <a:buNone/>
              <a:defRPr sz="1800" b="1">
                <a:solidFill>
                  <a:schemeClr val="lt1"/>
                </a:solidFill>
              </a:defRPr>
            </a:lvl4pPr>
            <a:lvl5pPr lvl="4" algn="ctr" rtl="0">
              <a:lnSpc>
                <a:spcPct val="100000"/>
              </a:lnSpc>
              <a:spcBef>
                <a:spcPts val="0"/>
              </a:spcBef>
              <a:spcAft>
                <a:spcPts val="0"/>
              </a:spcAft>
              <a:buClr>
                <a:schemeClr val="lt1"/>
              </a:buClr>
              <a:buSzPts val="1800"/>
              <a:buNone/>
              <a:defRPr sz="1800" b="1">
                <a:solidFill>
                  <a:schemeClr val="lt1"/>
                </a:solidFill>
              </a:defRPr>
            </a:lvl5pPr>
            <a:lvl6pPr lvl="5" algn="ctr" rtl="0">
              <a:lnSpc>
                <a:spcPct val="100000"/>
              </a:lnSpc>
              <a:spcBef>
                <a:spcPts val="0"/>
              </a:spcBef>
              <a:spcAft>
                <a:spcPts val="0"/>
              </a:spcAft>
              <a:buClr>
                <a:schemeClr val="lt1"/>
              </a:buClr>
              <a:buSzPts val="1800"/>
              <a:buNone/>
              <a:defRPr sz="1800" b="1">
                <a:solidFill>
                  <a:schemeClr val="lt1"/>
                </a:solidFill>
              </a:defRPr>
            </a:lvl6pPr>
            <a:lvl7pPr lvl="6" algn="ctr" rtl="0">
              <a:lnSpc>
                <a:spcPct val="100000"/>
              </a:lnSpc>
              <a:spcBef>
                <a:spcPts val="0"/>
              </a:spcBef>
              <a:spcAft>
                <a:spcPts val="0"/>
              </a:spcAft>
              <a:buClr>
                <a:schemeClr val="lt1"/>
              </a:buClr>
              <a:buSzPts val="1800"/>
              <a:buNone/>
              <a:defRPr sz="1800" b="1">
                <a:solidFill>
                  <a:schemeClr val="lt1"/>
                </a:solidFill>
              </a:defRPr>
            </a:lvl7pPr>
            <a:lvl8pPr lvl="7" algn="ctr" rtl="0">
              <a:lnSpc>
                <a:spcPct val="100000"/>
              </a:lnSpc>
              <a:spcBef>
                <a:spcPts val="0"/>
              </a:spcBef>
              <a:spcAft>
                <a:spcPts val="0"/>
              </a:spcAft>
              <a:buClr>
                <a:schemeClr val="lt1"/>
              </a:buClr>
              <a:buSzPts val="1800"/>
              <a:buNone/>
              <a:defRPr sz="1800" b="1">
                <a:solidFill>
                  <a:schemeClr val="lt1"/>
                </a:solidFill>
              </a:defRPr>
            </a:lvl8pPr>
            <a:lvl9pPr lvl="8" algn="ctr" rtl="0">
              <a:lnSpc>
                <a:spcPct val="100000"/>
              </a:lnSpc>
              <a:spcBef>
                <a:spcPts val="0"/>
              </a:spcBef>
              <a:spcAft>
                <a:spcPts val="0"/>
              </a:spcAft>
              <a:buClr>
                <a:schemeClr val="lt1"/>
              </a:buClr>
              <a:buSzPts val="1800"/>
              <a:buNone/>
              <a:defRPr sz="1800" b="1">
                <a:solidFill>
                  <a:schemeClr val="lt1"/>
                </a:solidFill>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Four Columns">
  <p:cSld name="CUSTOM_2_1_1_1_1_1_1_1_1_1_1_1_1">
    <p:bg>
      <p:bgPr>
        <a:solidFill>
          <a:schemeClr val="lt1"/>
        </a:solidFill>
        <a:effectLst/>
      </p:bgPr>
    </p:bg>
    <p:spTree>
      <p:nvGrpSpPr>
        <p:cNvPr id="1" name="Shape 124"/>
        <p:cNvGrpSpPr/>
        <p:nvPr/>
      </p:nvGrpSpPr>
      <p:grpSpPr>
        <a:xfrm>
          <a:off x="0" y="0"/>
          <a:ext cx="0" cy="0"/>
          <a:chOff x="0" y="0"/>
          <a:chExt cx="0" cy="0"/>
        </a:xfrm>
      </p:grpSpPr>
      <p:sp>
        <p:nvSpPr>
          <p:cNvPr id="125" name="Google Shape;125;p30"/>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26" name="Google Shape;126;p30"/>
          <p:cNvSpPr txBox="1">
            <a:spLocks noGrp="1"/>
          </p:cNvSpPr>
          <p:nvPr>
            <p:ph type="subTitle" idx="1"/>
          </p:nvPr>
        </p:nvSpPr>
        <p:spPr>
          <a:xfrm>
            <a:off x="959765" y="3695900"/>
            <a:ext cx="1719600" cy="908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27" name="Google Shape;127;p30"/>
          <p:cNvSpPr txBox="1">
            <a:spLocks noGrp="1"/>
          </p:cNvSpPr>
          <p:nvPr>
            <p:ph type="subTitle" idx="2"/>
          </p:nvPr>
        </p:nvSpPr>
        <p:spPr>
          <a:xfrm>
            <a:off x="959763" y="3172700"/>
            <a:ext cx="1719600" cy="52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Archivo Black"/>
                <a:ea typeface="Archivo Black"/>
                <a:cs typeface="Archivo Black"/>
                <a:sym typeface="Archivo Black"/>
              </a:defRPr>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
        <p:nvSpPr>
          <p:cNvPr id="128" name="Google Shape;128;p30"/>
          <p:cNvSpPr txBox="1">
            <a:spLocks noGrp="1"/>
          </p:cNvSpPr>
          <p:nvPr>
            <p:ph type="subTitle" idx="3"/>
          </p:nvPr>
        </p:nvSpPr>
        <p:spPr>
          <a:xfrm>
            <a:off x="2794703" y="3695900"/>
            <a:ext cx="1719600" cy="908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29" name="Google Shape;129;p30"/>
          <p:cNvSpPr txBox="1">
            <a:spLocks noGrp="1"/>
          </p:cNvSpPr>
          <p:nvPr>
            <p:ph type="subTitle" idx="4"/>
          </p:nvPr>
        </p:nvSpPr>
        <p:spPr>
          <a:xfrm>
            <a:off x="2794700" y="3172700"/>
            <a:ext cx="1719600" cy="52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Archivo Black"/>
                <a:ea typeface="Archivo Black"/>
                <a:cs typeface="Archivo Black"/>
                <a:sym typeface="Archivo Black"/>
              </a:defRPr>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
        <p:nvSpPr>
          <p:cNvPr id="130" name="Google Shape;130;p30"/>
          <p:cNvSpPr txBox="1">
            <a:spLocks noGrp="1"/>
          </p:cNvSpPr>
          <p:nvPr>
            <p:ph type="subTitle" idx="5"/>
          </p:nvPr>
        </p:nvSpPr>
        <p:spPr>
          <a:xfrm>
            <a:off x="4629640" y="3695900"/>
            <a:ext cx="1719600" cy="908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31" name="Google Shape;131;p30"/>
          <p:cNvSpPr txBox="1">
            <a:spLocks noGrp="1"/>
          </p:cNvSpPr>
          <p:nvPr>
            <p:ph type="subTitle" idx="6"/>
          </p:nvPr>
        </p:nvSpPr>
        <p:spPr>
          <a:xfrm>
            <a:off x="4629638" y="3172700"/>
            <a:ext cx="1719600" cy="52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Archivo Black"/>
                <a:ea typeface="Archivo Black"/>
                <a:cs typeface="Archivo Black"/>
                <a:sym typeface="Archivo Black"/>
              </a:defRPr>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
        <p:nvSpPr>
          <p:cNvPr id="132" name="Google Shape;132;p30"/>
          <p:cNvSpPr txBox="1">
            <a:spLocks noGrp="1"/>
          </p:cNvSpPr>
          <p:nvPr>
            <p:ph type="subTitle" idx="7"/>
          </p:nvPr>
        </p:nvSpPr>
        <p:spPr>
          <a:xfrm>
            <a:off x="6464578" y="3695900"/>
            <a:ext cx="1719600" cy="9081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33" name="Google Shape;133;p30"/>
          <p:cNvSpPr txBox="1">
            <a:spLocks noGrp="1"/>
          </p:cNvSpPr>
          <p:nvPr>
            <p:ph type="subTitle" idx="8"/>
          </p:nvPr>
        </p:nvSpPr>
        <p:spPr>
          <a:xfrm>
            <a:off x="6464576" y="3172700"/>
            <a:ext cx="1719600" cy="52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Archivo Black"/>
                <a:ea typeface="Archivo Black"/>
                <a:cs typeface="Archivo Black"/>
                <a:sym typeface="Archivo Black"/>
              </a:defRPr>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Four Columns 1">
  <p:cSld name="CUSTOM_2_1_1_1_1_1_1_1_1_1_1_1_1_1">
    <p:bg>
      <p:bgPr>
        <a:solidFill>
          <a:schemeClr val="dk1"/>
        </a:solidFill>
        <a:effectLst/>
      </p:bgPr>
    </p:bg>
    <p:spTree>
      <p:nvGrpSpPr>
        <p:cNvPr id="1" name="Shape 134"/>
        <p:cNvGrpSpPr/>
        <p:nvPr/>
      </p:nvGrpSpPr>
      <p:grpSpPr>
        <a:xfrm>
          <a:off x="0" y="0"/>
          <a:ext cx="0" cy="0"/>
          <a:chOff x="0" y="0"/>
          <a:chExt cx="0" cy="0"/>
        </a:xfrm>
      </p:grpSpPr>
      <p:sp>
        <p:nvSpPr>
          <p:cNvPr id="135" name="Google Shape;135;p31"/>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3000"/>
              <a:buNone/>
              <a:defRPr sz="3000">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a:endParaRPr/>
          </a:p>
        </p:txBody>
      </p:sp>
      <p:sp>
        <p:nvSpPr>
          <p:cNvPr id="136" name="Google Shape;136;p31"/>
          <p:cNvSpPr txBox="1">
            <a:spLocks noGrp="1"/>
          </p:cNvSpPr>
          <p:nvPr>
            <p:ph type="subTitle" idx="1"/>
          </p:nvPr>
        </p:nvSpPr>
        <p:spPr>
          <a:xfrm>
            <a:off x="1021253" y="2171900"/>
            <a:ext cx="2016300" cy="908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1600"/>
              <a:buNone/>
              <a:defRPr sz="1400">
                <a:solidFill>
                  <a:schemeClr val="lt1"/>
                </a:solidFill>
              </a:defRPr>
            </a:lvl1pPr>
            <a:lvl2pPr lvl="1" algn="ctr" rtl="0">
              <a:lnSpc>
                <a:spcPct val="100000"/>
              </a:lnSpc>
              <a:spcBef>
                <a:spcPts val="0"/>
              </a:spcBef>
              <a:spcAft>
                <a:spcPts val="0"/>
              </a:spcAft>
              <a:buClr>
                <a:schemeClr val="lt1"/>
              </a:buClr>
              <a:buSzPts val="1600"/>
              <a:buNone/>
              <a:defRPr sz="1600">
                <a:solidFill>
                  <a:schemeClr val="lt1"/>
                </a:solidFill>
              </a:defRPr>
            </a:lvl2pPr>
            <a:lvl3pPr lvl="2" algn="ctr" rtl="0">
              <a:lnSpc>
                <a:spcPct val="100000"/>
              </a:lnSpc>
              <a:spcBef>
                <a:spcPts val="0"/>
              </a:spcBef>
              <a:spcAft>
                <a:spcPts val="0"/>
              </a:spcAft>
              <a:buClr>
                <a:schemeClr val="lt1"/>
              </a:buClr>
              <a:buSzPts val="1600"/>
              <a:buNone/>
              <a:defRPr sz="1600">
                <a:solidFill>
                  <a:schemeClr val="lt1"/>
                </a:solidFill>
              </a:defRPr>
            </a:lvl3pPr>
            <a:lvl4pPr lvl="3" algn="ctr" rtl="0">
              <a:lnSpc>
                <a:spcPct val="100000"/>
              </a:lnSpc>
              <a:spcBef>
                <a:spcPts val="0"/>
              </a:spcBef>
              <a:spcAft>
                <a:spcPts val="0"/>
              </a:spcAft>
              <a:buClr>
                <a:schemeClr val="lt1"/>
              </a:buClr>
              <a:buSzPts val="1600"/>
              <a:buNone/>
              <a:defRPr sz="1600">
                <a:solidFill>
                  <a:schemeClr val="lt1"/>
                </a:solidFill>
              </a:defRPr>
            </a:lvl4pPr>
            <a:lvl5pPr lvl="4" algn="ctr" rtl="0">
              <a:lnSpc>
                <a:spcPct val="100000"/>
              </a:lnSpc>
              <a:spcBef>
                <a:spcPts val="0"/>
              </a:spcBef>
              <a:spcAft>
                <a:spcPts val="0"/>
              </a:spcAft>
              <a:buClr>
                <a:schemeClr val="lt1"/>
              </a:buClr>
              <a:buSzPts val="1600"/>
              <a:buNone/>
              <a:defRPr sz="1600">
                <a:solidFill>
                  <a:schemeClr val="lt1"/>
                </a:solidFill>
              </a:defRPr>
            </a:lvl5pPr>
            <a:lvl6pPr lvl="5" algn="ctr" rtl="0">
              <a:lnSpc>
                <a:spcPct val="100000"/>
              </a:lnSpc>
              <a:spcBef>
                <a:spcPts val="0"/>
              </a:spcBef>
              <a:spcAft>
                <a:spcPts val="0"/>
              </a:spcAft>
              <a:buClr>
                <a:schemeClr val="lt1"/>
              </a:buClr>
              <a:buSzPts val="1600"/>
              <a:buNone/>
              <a:defRPr sz="1600">
                <a:solidFill>
                  <a:schemeClr val="lt1"/>
                </a:solidFill>
              </a:defRPr>
            </a:lvl6pPr>
            <a:lvl7pPr lvl="6" algn="ctr" rtl="0">
              <a:lnSpc>
                <a:spcPct val="100000"/>
              </a:lnSpc>
              <a:spcBef>
                <a:spcPts val="0"/>
              </a:spcBef>
              <a:spcAft>
                <a:spcPts val="0"/>
              </a:spcAft>
              <a:buClr>
                <a:schemeClr val="lt1"/>
              </a:buClr>
              <a:buSzPts val="1600"/>
              <a:buNone/>
              <a:defRPr sz="1600">
                <a:solidFill>
                  <a:schemeClr val="lt1"/>
                </a:solidFill>
              </a:defRPr>
            </a:lvl7pPr>
            <a:lvl8pPr lvl="7" algn="ctr" rtl="0">
              <a:lnSpc>
                <a:spcPct val="100000"/>
              </a:lnSpc>
              <a:spcBef>
                <a:spcPts val="0"/>
              </a:spcBef>
              <a:spcAft>
                <a:spcPts val="0"/>
              </a:spcAft>
              <a:buClr>
                <a:schemeClr val="lt1"/>
              </a:buClr>
              <a:buSzPts val="1600"/>
              <a:buNone/>
              <a:defRPr sz="1600">
                <a:solidFill>
                  <a:schemeClr val="lt1"/>
                </a:solidFill>
              </a:defRPr>
            </a:lvl8pPr>
            <a:lvl9pPr lvl="8" algn="ctr" rtl="0">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37" name="Google Shape;137;p31"/>
          <p:cNvSpPr txBox="1">
            <a:spLocks noGrp="1"/>
          </p:cNvSpPr>
          <p:nvPr>
            <p:ph type="subTitle" idx="2"/>
          </p:nvPr>
        </p:nvSpPr>
        <p:spPr>
          <a:xfrm>
            <a:off x="1021250" y="1648700"/>
            <a:ext cx="2016300" cy="523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1800"/>
              <a:buNone/>
              <a:defRPr>
                <a:solidFill>
                  <a:schemeClr val="lt1"/>
                </a:solidFill>
                <a:latin typeface="Archivo Black"/>
                <a:ea typeface="Archivo Black"/>
                <a:cs typeface="Archivo Black"/>
                <a:sym typeface="Archivo Black"/>
              </a:defRPr>
            </a:lvl1pPr>
            <a:lvl2pPr lvl="1" algn="ctr" rtl="0">
              <a:lnSpc>
                <a:spcPct val="100000"/>
              </a:lnSpc>
              <a:spcBef>
                <a:spcPts val="0"/>
              </a:spcBef>
              <a:spcAft>
                <a:spcPts val="0"/>
              </a:spcAft>
              <a:buClr>
                <a:schemeClr val="lt1"/>
              </a:buClr>
              <a:buSzPts val="1800"/>
              <a:buNone/>
              <a:defRPr sz="1800" b="1">
                <a:solidFill>
                  <a:schemeClr val="lt1"/>
                </a:solidFill>
              </a:defRPr>
            </a:lvl2pPr>
            <a:lvl3pPr lvl="2" algn="ctr" rtl="0">
              <a:lnSpc>
                <a:spcPct val="100000"/>
              </a:lnSpc>
              <a:spcBef>
                <a:spcPts val="0"/>
              </a:spcBef>
              <a:spcAft>
                <a:spcPts val="0"/>
              </a:spcAft>
              <a:buClr>
                <a:schemeClr val="lt1"/>
              </a:buClr>
              <a:buSzPts val="1800"/>
              <a:buNone/>
              <a:defRPr sz="1800" b="1">
                <a:solidFill>
                  <a:schemeClr val="lt1"/>
                </a:solidFill>
              </a:defRPr>
            </a:lvl3pPr>
            <a:lvl4pPr lvl="3" algn="ctr" rtl="0">
              <a:lnSpc>
                <a:spcPct val="100000"/>
              </a:lnSpc>
              <a:spcBef>
                <a:spcPts val="0"/>
              </a:spcBef>
              <a:spcAft>
                <a:spcPts val="0"/>
              </a:spcAft>
              <a:buClr>
                <a:schemeClr val="lt1"/>
              </a:buClr>
              <a:buSzPts val="1800"/>
              <a:buNone/>
              <a:defRPr sz="1800" b="1">
                <a:solidFill>
                  <a:schemeClr val="lt1"/>
                </a:solidFill>
              </a:defRPr>
            </a:lvl4pPr>
            <a:lvl5pPr lvl="4" algn="ctr" rtl="0">
              <a:lnSpc>
                <a:spcPct val="100000"/>
              </a:lnSpc>
              <a:spcBef>
                <a:spcPts val="0"/>
              </a:spcBef>
              <a:spcAft>
                <a:spcPts val="0"/>
              </a:spcAft>
              <a:buClr>
                <a:schemeClr val="lt1"/>
              </a:buClr>
              <a:buSzPts val="1800"/>
              <a:buNone/>
              <a:defRPr sz="1800" b="1">
                <a:solidFill>
                  <a:schemeClr val="lt1"/>
                </a:solidFill>
              </a:defRPr>
            </a:lvl5pPr>
            <a:lvl6pPr lvl="5" algn="ctr" rtl="0">
              <a:lnSpc>
                <a:spcPct val="100000"/>
              </a:lnSpc>
              <a:spcBef>
                <a:spcPts val="0"/>
              </a:spcBef>
              <a:spcAft>
                <a:spcPts val="0"/>
              </a:spcAft>
              <a:buClr>
                <a:schemeClr val="lt1"/>
              </a:buClr>
              <a:buSzPts val="1800"/>
              <a:buNone/>
              <a:defRPr sz="1800" b="1">
                <a:solidFill>
                  <a:schemeClr val="lt1"/>
                </a:solidFill>
              </a:defRPr>
            </a:lvl6pPr>
            <a:lvl7pPr lvl="6" algn="ctr" rtl="0">
              <a:lnSpc>
                <a:spcPct val="100000"/>
              </a:lnSpc>
              <a:spcBef>
                <a:spcPts val="0"/>
              </a:spcBef>
              <a:spcAft>
                <a:spcPts val="0"/>
              </a:spcAft>
              <a:buClr>
                <a:schemeClr val="lt1"/>
              </a:buClr>
              <a:buSzPts val="1800"/>
              <a:buNone/>
              <a:defRPr sz="1800" b="1">
                <a:solidFill>
                  <a:schemeClr val="lt1"/>
                </a:solidFill>
              </a:defRPr>
            </a:lvl7pPr>
            <a:lvl8pPr lvl="7" algn="ctr" rtl="0">
              <a:lnSpc>
                <a:spcPct val="100000"/>
              </a:lnSpc>
              <a:spcBef>
                <a:spcPts val="0"/>
              </a:spcBef>
              <a:spcAft>
                <a:spcPts val="0"/>
              </a:spcAft>
              <a:buClr>
                <a:schemeClr val="lt1"/>
              </a:buClr>
              <a:buSzPts val="1800"/>
              <a:buNone/>
              <a:defRPr sz="1800" b="1">
                <a:solidFill>
                  <a:schemeClr val="lt1"/>
                </a:solidFill>
              </a:defRPr>
            </a:lvl8pPr>
            <a:lvl9pPr lvl="8" algn="ctr" rtl="0">
              <a:lnSpc>
                <a:spcPct val="100000"/>
              </a:lnSpc>
              <a:spcBef>
                <a:spcPts val="0"/>
              </a:spcBef>
              <a:spcAft>
                <a:spcPts val="0"/>
              </a:spcAft>
              <a:buClr>
                <a:schemeClr val="lt1"/>
              </a:buClr>
              <a:buSzPts val="1800"/>
              <a:buNone/>
              <a:defRPr sz="1800" b="1">
                <a:solidFill>
                  <a:schemeClr val="lt1"/>
                </a:solidFill>
              </a:defRPr>
            </a:lvl9pPr>
          </a:lstStyle>
          <a:p>
            <a:endParaRPr/>
          </a:p>
        </p:txBody>
      </p:sp>
      <p:sp>
        <p:nvSpPr>
          <p:cNvPr id="138" name="Google Shape;138;p31"/>
          <p:cNvSpPr txBox="1">
            <a:spLocks noGrp="1"/>
          </p:cNvSpPr>
          <p:nvPr>
            <p:ph type="subTitle" idx="3"/>
          </p:nvPr>
        </p:nvSpPr>
        <p:spPr>
          <a:xfrm>
            <a:off x="1021253" y="3695900"/>
            <a:ext cx="2016300" cy="9081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1600"/>
              <a:buNone/>
              <a:defRPr sz="1400">
                <a:solidFill>
                  <a:schemeClr val="lt1"/>
                </a:solidFill>
              </a:defRPr>
            </a:lvl1pPr>
            <a:lvl2pPr lvl="1" algn="ctr" rtl="0">
              <a:lnSpc>
                <a:spcPct val="100000"/>
              </a:lnSpc>
              <a:spcBef>
                <a:spcPts val="0"/>
              </a:spcBef>
              <a:spcAft>
                <a:spcPts val="0"/>
              </a:spcAft>
              <a:buClr>
                <a:schemeClr val="lt1"/>
              </a:buClr>
              <a:buSzPts val="1600"/>
              <a:buNone/>
              <a:defRPr sz="1600">
                <a:solidFill>
                  <a:schemeClr val="lt1"/>
                </a:solidFill>
              </a:defRPr>
            </a:lvl2pPr>
            <a:lvl3pPr lvl="2" algn="ctr" rtl="0">
              <a:lnSpc>
                <a:spcPct val="100000"/>
              </a:lnSpc>
              <a:spcBef>
                <a:spcPts val="0"/>
              </a:spcBef>
              <a:spcAft>
                <a:spcPts val="0"/>
              </a:spcAft>
              <a:buClr>
                <a:schemeClr val="lt1"/>
              </a:buClr>
              <a:buSzPts val="1600"/>
              <a:buNone/>
              <a:defRPr sz="1600">
                <a:solidFill>
                  <a:schemeClr val="lt1"/>
                </a:solidFill>
              </a:defRPr>
            </a:lvl3pPr>
            <a:lvl4pPr lvl="3" algn="ctr" rtl="0">
              <a:lnSpc>
                <a:spcPct val="100000"/>
              </a:lnSpc>
              <a:spcBef>
                <a:spcPts val="0"/>
              </a:spcBef>
              <a:spcAft>
                <a:spcPts val="0"/>
              </a:spcAft>
              <a:buClr>
                <a:schemeClr val="lt1"/>
              </a:buClr>
              <a:buSzPts val="1600"/>
              <a:buNone/>
              <a:defRPr sz="1600">
                <a:solidFill>
                  <a:schemeClr val="lt1"/>
                </a:solidFill>
              </a:defRPr>
            </a:lvl4pPr>
            <a:lvl5pPr lvl="4" algn="ctr" rtl="0">
              <a:lnSpc>
                <a:spcPct val="100000"/>
              </a:lnSpc>
              <a:spcBef>
                <a:spcPts val="0"/>
              </a:spcBef>
              <a:spcAft>
                <a:spcPts val="0"/>
              </a:spcAft>
              <a:buClr>
                <a:schemeClr val="lt1"/>
              </a:buClr>
              <a:buSzPts val="1600"/>
              <a:buNone/>
              <a:defRPr sz="1600">
                <a:solidFill>
                  <a:schemeClr val="lt1"/>
                </a:solidFill>
              </a:defRPr>
            </a:lvl5pPr>
            <a:lvl6pPr lvl="5" algn="ctr" rtl="0">
              <a:lnSpc>
                <a:spcPct val="100000"/>
              </a:lnSpc>
              <a:spcBef>
                <a:spcPts val="0"/>
              </a:spcBef>
              <a:spcAft>
                <a:spcPts val="0"/>
              </a:spcAft>
              <a:buClr>
                <a:schemeClr val="lt1"/>
              </a:buClr>
              <a:buSzPts val="1600"/>
              <a:buNone/>
              <a:defRPr sz="1600">
                <a:solidFill>
                  <a:schemeClr val="lt1"/>
                </a:solidFill>
              </a:defRPr>
            </a:lvl6pPr>
            <a:lvl7pPr lvl="6" algn="ctr" rtl="0">
              <a:lnSpc>
                <a:spcPct val="100000"/>
              </a:lnSpc>
              <a:spcBef>
                <a:spcPts val="0"/>
              </a:spcBef>
              <a:spcAft>
                <a:spcPts val="0"/>
              </a:spcAft>
              <a:buClr>
                <a:schemeClr val="lt1"/>
              </a:buClr>
              <a:buSzPts val="1600"/>
              <a:buNone/>
              <a:defRPr sz="1600">
                <a:solidFill>
                  <a:schemeClr val="lt1"/>
                </a:solidFill>
              </a:defRPr>
            </a:lvl7pPr>
            <a:lvl8pPr lvl="7" algn="ctr" rtl="0">
              <a:lnSpc>
                <a:spcPct val="100000"/>
              </a:lnSpc>
              <a:spcBef>
                <a:spcPts val="0"/>
              </a:spcBef>
              <a:spcAft>
                <a:spcPts val="0"/>
              </a:spcAft>
              <a:buClr>
                <a:schemeClr val="lt1"/>
              </a:buClr>
              <a:buSzPts val="1600"/>
              <a:buNone/>
              <a:defRPr sz="1600">
                <a:solidFill>
                  <a:schemeClr val="lt1"/>
                </a:solidFill>
              </a:defRPr>
            </a:lvl8pPr>
            <a:lvl9pPr lvl="8" algn="ctr" rtl="0">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39" name="Google Shape;139;p31"/>
          <p:cNvSpPr txBox="1">
            <a:spLocks noGrp="1"/>
          </p:cNvSpPr>
          <p:nvPr>
            <p:ph type="subTitle" idx="4"/>
          </p:nvPr>
        </p:nvSpPr>
        <p:spPr>
          <a:xfrm>
            <a:off x="1021250" y="3172700"/>
            <a:ext cx="2016300" cy="523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lt1"/>
              </a:buClr>
              <a:buSzPts val="1800"/>
              <a:buNone/>
              <a:defRPr>
                <a:solidFill>
                  <a:schemeClr val="lt1"/>
                </a:solidFill>
                <a:latin typeface="Archivo Black"/>
                <a:ea typeface="Archivo Black"/>
                <a:cs typeface="Archivo Black"/>
                <a:sym typeface="Archivo Black"/>
              </a:defRPr>
            </a:lvl1pPr>
            <a:lvl2pPr lvl="1" algn="ctr" rtl="0">
              <a:lnSpc>
                <a:spcPct val="100000"/>
              </a:lnSpc>
              <a:spcBef>
                <a:spcPts val="0"/>
              </a:spcBef>
              <a:spcAft>
                <a:spcPts val="0"/>
              </a:spcAft>
              <a:buClr>
                <a:schemeClr val="lt1"/>
              </a:buClr>
              <a:buSzPts val="1800"/>
              <a:buNone/>
              <a:defRPr sz="1800" b="1">
                <a:solidFill>
                  <a:schemeClr val="lt1"/>
                </a:solidFill>
              </a:defRPr>
            </a:lvl2pPr>
            <a:lvl3pPr lvl="2" algn="ctr" rtl="0">
              <a:lnSpc>
                <a:spcPct val="100000"/>
              </a:lnSpc>
              <a:spcBef>
                <a:spcPts val="0"/>
              </a:spcBef>
              <a:spcAft>
                <a:spcPts val="0"/>
              </a:spcAft>
              <a:buClr>
                <a:schemeClr val="lt1"/>
              </a:buClr>
              <a:buSzPts val="1800"/>
              <a:buNone/>
              <a:defRPr sz="1800" b="1">
                <a:solidFill>
                  <a:schemeClr val="lt1"/>
                </a:solidFill>
              </a:defRPr>
            </a:lvl3pPr>
            <a:lvl4pPr lvl="3" algn="ctr" rtl="0">
              <a:lnSpc>
                <a:spcPct val="100000"/>
              </a:lnSpc>
              <a:spcBef>
                <a:spcPts val="0"/>
              </a:spcBef>
              <a:spcAft>
                <a:spcPts val="0"/>
              </a:spcAft>
              <a:buClr>
                <a:schemeClr val="lt1"/>
              </a:buClr>
              <a:buSzPts val="1800"/>
              <a:buNone/>
              <a:defRPr sz="1800" b="1">
                <a:solidFill>
                  <a:schemeClr val="lt1"/>
                </a:solidFill>
              </a:defRPr>
            </a:lvl4pPr>
            <a:lvl5pPr lvl="4" algn="ctr" rtl="0">
              <a:lnSpc>
                <a:spcPct val="100000"/>
              </a:lnSpc>
              <a:spcBef>
                <a:spcPts val="0"/>
              </a:spcBef>
              <a:spcAft>
                <a:spcPts val="0"/>
              </a:spcAft>
              <a:buClr>
                <a:schemeClr val="lt1"/>
              </a:buClr>
              <a:buSzPts val="1800"/>
              <a:buNone/>
              <a:defRPr sz="1800" b="1">
                <a:solidFill>
                  <a:schemeClr val="lt1"/>
                </a:solidFill>
              </a:defRPr>
            </a:lvl5pPr>
            <a:lvl6pPr lvl="5" algn="ctr" rtl="0">
              <a:lnSpc>
                <a:spcPct val="100000"/>
              </a:lnSpc>
              <a:spcBef>
                <a:spcPts val="0"/>
              </a:spcBef>
              <a:spcAft>
                <a:spcPts val="0"/>
              </a:spcAft>
              <a:buClr>
                <a:schemeClr val="lt1"/>
              </a:buClr>
              <a:buSzPts val="1800"/>
              <a:buNone/>
              <a:defRPr sz="1800" b="1">
                <a:solidFill>
                  <a:schemeClr val="lt1"/>
                </a:solidFill>
              </a:defRPr>
            </a:lvl6pPr>
            <a:lvl7pPr lvl="6" algn="ctr" rtl="0">
              <a:lnSpc>
                <a:spcPct val="100000"/>
              </a:lnSpc>
              <a:spcBef>
                <a:spcPts val="0"/>
              </a:spcBef>
              <a:spcAft>
                <a:spcPts val="0"/>
              </a:spcAft>
              <a:buClr>
                <a:schemeClr val="lt1"/>
              </a:buClr>
              <a:buSzPts val="1800"/>
              <a:buNone/>
              <a:defRPr sz="1800" b="1">
                <a:solidFill>
                  <a:schemeClr val="lt1"/>
                </a:solidFill>
              </a:defRPr>
            </a:lvl7pPr>
            <a:lvl8pPr lvl="7" algn="ctr" rtl="0">
              <a:lnSpc>
                <a:spcPct val="100000"/>
              </a:lnSpc>
              <a:spcBef>
                <a:spcPts val="0"/>
              </a:spcBef>
              <a:spcAft>
                <a:spcPts val="0"/>
              </a:spcAft>
              <a:buClr>
                <a:schemeClr val="lt1"/>
              </a:buClr>
              <a:buSzPts val="1800"/>
              <a:buNone/>
              <a:defRPr sz="1800" b="1">
                <a:solidFill>
                  <a:schemeClr val="lt1"/>
                </a:solidFill>
              </a:defRPr>
            </a:lvl8pPr>
            <a:lvl9pPr lvl="8" algn="ctr" rtl="0">
              <a:lnSpc>
                <a:spcPct val="100000"/>
              </a:lnSpc>
              <a:spcBef>
                <a:spcPts val="0"/>
              </a:spcBef>
              <a:spcAft>
                <a:spcPts val="0"/>
              </a:spcAft>
              <a:buClr>
                <a:schemeClr val="lt1"/>
              </a:buClr>
              <a:buSzPts val="1800"/>
              <a:buNone/>
              <a:defRPr sz="1800" b="1">
                <a:solidFill>
                  <a:schemeClr val="lt1"/>
                </a:solidFill>
              </a:defRPr>
            </a:lvl9pPr>
          </a:lstStyle>
          <a:p>
            <a:endParaRPr/>
          </a:p>
        </p:txBody>
      </p:sp>
      <p:sp>
        <p:nvSpPr>
          <p:cNvPr id="140" name="Google Shape;140;p31"/>
          <p:cNvSpPr txBox="1">
            <a:spLocks noGrp="1"/>
          </p:cNvSpPr>
          <p:nvPr>
            <p:ph type="subTitle" idx="5"/>
          </p:nvPr>
        </p:nvSpPr>
        <p:spPr>
          <a:xfrm>
            <a:off x="6106203" y="2171900"/>
            <a:ext cx="2016300" cy="9081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lt1"/>
              </a:buClr>
              <a:buSzPts val="1600"/>
              <a:buNone/>
              <a:defRPr sz="1400">
                <a:solidFill>
                  <a:schemeClr val="lt1"/>
                </a:solidFill>
              </a:defRPr>
            </a:lvl1pPr>
            <a:lvl2pPr lvl="1" algn="ctr" rtl="0">
              <a:lnSpc>
                <a:spcPct val="100000"/>
              </a:lnSpc>
              <a:spcBef>
                <a:spcPts val="0"/>
              </a:spcBef>
              <a:spcAft>
                <a:spcPts val="0"/>
              </a:spcAft>
              <a:buClr>
                <a:schemeClr val="lt1"/>
              </a:buClr>
              <a:buSzPts val="1600"/>
              <a:buNone/>
              <a:defRPr sz="1600">
                <a:solidFill>
                  <a:schemeClr val="lt1"/>
                </a:solidFill>
              </a:defRPr>
            </a:lvl2pPr>
            <a:lvl3pPr lvl="2" algn="ctr" rtl="0">
              <a:lnSpc>
                <a:spcPct val="100000"/>
              </a:lnSpc>
              <a:spcBef>
                <a:spcPts val="0"/>
              </a:spcBef>
              <a:spcAft>
                <a:spcPts val="0"/>
              </a:spcAft>
              <a:buClr>
                <a:schemeClr val="lt1"/>
              </a:buClr>
              <a:buSzPts val="1600"/>
              <a:buNone/>
              <a:defRPr sz="1600">
                <a:solidFill>
                  <a:schemeClr val="lt1"/>
                </a:solidFill>
              </a:defRPr>
            </a:lvl3pPr>
            <a:lvl4pPr lvl="3" algn="ctr" rtl="0">
              <a:lnSpc>
                <a:spcPct val="100000"/>
              </a:lnSpc>
              <a:spcBef>
                <a:spcPts val="0"/>
              </a:spcBef>
              <a:spcAft>
                <a:spcPts val="0"/>
              </a:spcAft>
              <a:buClr>
                <a:schemeClr val="lt1"/>
              </a:buClr>
              <a:buSzPts val="1600"/>
              <a:buNone/>
              <a:defRPr sz="1600">
                <a:solidFill>
                  <a:schemeClr val="lt1"/>
                </a:solidFill>
              </a:defRPr>
            </a:lvl4pPr>
            <a:lvl5pPr lvl="4" algn="ctr" rtl="0">
              <a:lnSpc>
                <a:spcPct val="100000"/>
              </a:lnSpc>
              <a:spcBef>
                <a:spcPts val="0"/>
              </a:spcBef>
              <a:spcAft>
                <a:spcPts val="0"/>
              </a:spcAft>
              <a:buClr>
                <a:schemeClr val="lt1"/>
              </a:buClr>
              <a:buSzPts val="1600"/>
              <a:buNone/>
              <a:defRPr sz="1600">
                <a:solidFill>
                  <a:schemeClr val="lt1"/>
                </a:solidFill>
              </a:defRPr>
            </a:lvl5pPr>
            <a:lvl6pPr lvl="5" algn="ctr" rtl="0">
              <a:lnSpc>
                <a:spcPct val="100000"/>
              </a:lnSpc>
              <a:spcBef>
                <a:spcPts val="0"/>
              </a:spcBef>
              <a:spcAft>
                <a:spcPts val="0"/>
              </a:spcAft>
              <a:buClr>
                <a:schemeClr val="lt1"/>
              </a:buClr>
              <a:buSzPts val="1600"/>
              <a:buNone/>
              <a:defRPr sz="1600">
                <a:solidFill>
                  <a:schemeClr val="lt1"/>
                </a:solidFill>
              </a:defRPr>
            </a:lvl6pPr>
            <a:lvl7pPr lvl="6" algn="ctr" rtl="0">
              <a:lnSpc>
                <a:spcPct val="100000"/>
              </a:lnSpc>
              <a:spcBef>
                <a:spcPts val="0"/>
              </a:spcBef>
              <a:spcAft>
                <a:spcPts val="0"/>
              </a:spcAft>
              <a:buClr>
                <a:schemeClr val="lt1"/>
              </a:buClr>
              <a:buSzPts val="1600"/>
              <a:buNone/>
              <a:defRPr sz="1600">
                <a:solidFill>
                  <a:schemeClr val="lt1"/>
                </a:solidFill>
              </a:defRPr>
            </a:lvl7pPr>
            <a:lvl8pPr lvl="7" algn="ctr" rtl="0">
              <a:lnSpc>
                <a:spcPct val="100000"/>
              </a:lnSpc>
              <a:spcBef>
                <a:spcPts val="0"/>
              </a:spcBef>
              <a:spcAft>
                <a:spcPts val="0"/>
              </a:spcAft>
              <a:buClr>
                <a:schemeClr val="lt1"/>
              </a:buClr>
              <a:buSzPts val="1600"/>
              <a:buNone/>
              <a:defRPr sz="1600">
                <a:solidFill>
                  <a:schemeClr val="lt1"/>
                </a:solidFill>
              </a:defRPr>
            </a:lvl8pPr>
            <a:lvl9pPr lvl="8" algn="ctr" rtl="0">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41" name="Google Shape;141;p31"/>
          <p:cNvSpPr txBox="1">
            <a:spLocks noGrp="1"/>
          </p:cNvSpPr>
          <p:nvPr>
            <p:ph type="subTitle" idx="6"/>
          </p:nvPr>
        </p:nvSpPr>
        <p:spPr>
          <a:xfrm>
            <a:off x="6106200" y="1648700"/>
            <a:ext cx="2016300" cy="523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lt1"/>
              </a:buClr>
              <a:buSzPts val="1800"/>
              <a:buNone/>
              <a:defRPr>
                <a:solidFill>
                  <a:schemeClr val="lt1"/>
                </a:solidFill>
                <a:latin typeface="Archivo Black"/>
                <a:ea typeface="Archivo Black"/>
                <a:cs typeface="Archivo Black"/>
                <a:sym typeface="Archivo Black"/>
              </a:defRPr>
            </a:lvl1pPr>
            <a:lvl2pPr lvl="1" algn="ctr" rtl="0">
              <a:lnSpc>
                <a:spcPct val="100000"/>
              </a:lnSpc>
              <a:spcBef>
                <a:spcPts val="0"/>
              </a:spcBef>
              <a:spcAft>
                <a:spcPts val="0"/>
              </a:spcAft>
              <a:buClr>
                <a:schemeClr val="lt1"/>
              </a:buClr>
              <a:buSzPts val="1800"/>
              <a:buNone/>
              <a:defRPr sz="1800" b="1">
                <a:solidFill>
                  <a:schemeClr val="lt1"/>
                </a:solidFill>
              </a:defRPr>
            </a:lvl2pPr>
            <a:lvl3pPr lvl="2" algn="ctr" rtl="0">
              <a:lnSpc>
                <a:spcPct val="100000"/>
              </a:lnSpc>
              <a:spcBef>
                <a:spcPts val="0"/>
              </a:spcBef>
              <a:spcAft>
                <a:spcPts val="0"/>
              </a:spcAft>
              <a:buClr>
                <a:schemeClr val="lt1"/>
              </a:buClr>
              <a:buSzPts val="1800"/>
              <a:buNone/>
              <a:defRPr sz="1800" b="1">
                <a:solidFill>
                  <a:schemeClr val="lt1"/>
                </a:solidFill>
              </a:defRPr>
            </a:lvl3pPr>
            <a:lvl4pPr lvl="3" algn="ctr" rtl="0">
              <a:lnSpc>
                <a:spcPct val="100000"/>
              </a:lnSpc>
              <a:spcBef>
                <a:spcPts val="0"/>
              </a:spcBef>
              <a:spcAft>
                <a:spcPts val="0"/>
              </a:spcAft>
              <a:buClr>
                <a:schemeClr val="lt1"/>
              </a:buClr>
              <a:buSzPts val="1800"/>
              <a:buNone/>
              <a:defRPr sz="1800" b="1">
                <a:solidFill>
                  <a:schemeClr val="lt1"/>
                </a:solidFill>
              </a:defRPr>
            </a:lvl4pPr>
            <a:lvl5pPr lvl="4" algn="ctr" rtl="0">
              <a:lnSpc>
                <a:spcPct val="100000"/>
              </a:lnSpc>
              <a:spcBef>
                <a:spcPts val="0"/>
              </a:spcBef>
              <a:spcAft>
                <a:spcPts val="0"/>
              </a:spcAft>
              <a:buClr>
                <a:schemeClr val="lt1"/>
              </a:buClr>
              <a:buSzPts val="1800"/>
              <a:buNone/>
              <a:defRPr sz="1800" b="1">
                <a:solidFill>
                  <a:schemeClr val="lt1"/>
                </a:solidFill>
              </a:defRPr>
            </a:lvl5pPr>
            <a:lvl6pPr lvl="5" algn="ctr" rtl="0">
              <a:lnSpc>
                <a:spcPct val="100000"/>
              </a:lnSpc>
              <a:spcBef>
                <a:spcPts val="0"/>
              </a:spcBef>
              <a:spcAft>
                <a:spcPts val="0"/>
              </a:spcAft>
              <a:buClr>
                <a:schemeClr val="lt1"/>
              </a:buClr>
              <a:buSzPts val="1800"/>
              <a:buNone/>
              <a:defRPr sz="1800" b="1">
                <a:solidFill>
                  <a:schemeClr val="lt1"/>
                </a:solidFill>
              </a:defRPr>
            </a:lvl6pPr>
            <a:lvl7pPr lvl="6" algn="ctr" rtl="0">
              <a:lnSpc>
                <a:spcPct val="100000"/>
              </a:lnSpc>
              <a:spcBef>
                <a:spcPts val="0"/>
              </a:spcBef>
              <a:spcAft>
                <a:spcPts val="0"/>
              </a:spcAft>
              <a:buClr>
                <a:schemeClr val="lt1"/>
              </a:buClr>
              <a:buSzPts val="1800"/>
              <a:buNone/>
              <a:defRPr sz="1800" b="1">
                <a:solidFill>
                  <a:schemeClr val="lt1"/>
                </a:solidFill>
              </a:defRPr>
            </a:lvl7pPr>
            <a:lvl8pPr lvl="7" algn="ctr" rtl="0">
              <a:lnSpc>
                <a:spcPct val="100000"/>
              </a:lnSpc>
              <a:spcBef>
                <a:spcPts val="0"/>
              </a:spcBef>
              <a:spcAft>
                <a:spcPts val="0"/>
              </a:spcAft>
              <a:buClr>
                <a:schemeClr val="lt1"/>
              </a:buClr>
              <a:buSzPts val="1800"/>
              <a:buNone/>
              <a:defRPr sz="1800" b="1">
                <a:solidFill>
                  <a:schemeClr val="lt1"/>
                </a:solidFill>
              </a:defRPr>
            </a:lvl8pPr>
            <a:lvl9pPr lvl="8" algn="ctr" rtl="0">
              <a:lnSpc>
                <a:spcPct val="100000"/>
              </a:lnSpc>
              <a:spcBef>
                <a:spcPts val="0"/>
              </a:spcBef>
              <a:spcAft>
                <a:spcPts val="0"/>
              </a:spcAft>
              <a:buClr>
                <a:schemeClr val="lt1"/>
              </a:buClr>
              <a:buSzPts val="1800"/>
              <a:buNone/>
              <a:defRPr sz="1800" b="1">
                <a:solidFill>
                  <a:schemeClr val="lt1"/>
                </a:solidFill>
              </a:defRPr>
            </a:lvl9pPr>
          </a:lstStyle>
          <a:p>
            <a:endParaRPr/>
          </a:p>
        </p:txBody>
      </p:sp>
      <p:sp>
        <p:nvSpPr>
          <p:cNvPr id="142" name="Google Shape;142;p31"/>
          <p:cNvSpPr txBox="1">
            <a:spLocks noGrp="1"/>
          </p:cNvSpPr>
          <p:nvPr>
            <p:ph type="subTitle" idx="7"/>
          </p:nvPr>
        </p:nvSpPr>
        <p:spPr>
          <a:xfrm>
            <a:off x="6106203" y="3695900"/>
            <a:ext cx="2016300" cy="9081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lt1"/>
              </a:buClr>
              <a:buSzPts val="1600"/>
              <a:buNone/>
              <a:defRPr sz="1400">
                <a:solidFill>
                  <a:schemeClr val="lt1"/>
                </a:solidFill>
              </a:defRPr>
            </a:lvl1pPr>
            <a:lvl2pPr lvl="1" algn="ctr" rtl="0">
              <a:lnSpc>
                <a:spcPct val="100000"/>
              </a:lnSpc>
              <a:spcBef>
                <a:spcPts val="0"/>
              </a:spcBef>
              <a:spcAft>
                <a:spcPts val="0"/>
              </a:spcAft>
              <a:buClr>
                <a:schemeClr val="lt1"/>
              </a:buClr>
              <a:buSzPts val="1600"/>
              <a:buNone/>
              <a:defRPr sz="1600">
                <a:solidFill>
                  <a:schemeClr val="lt1"/>
                </a:solidFill>
              </a:defRPr>
            </a:lvl2pPr>
            <a:lvl3pPr lvl="2" algn="ctr" rtl="0">
              <a:lnSpc>
                <a:spcPct val="100000"/>
              </a:lnSpc>
              <a:spcBef>
                <a:spcPts val="0"/>
              </a:spcBef>
              <a:spcAft>
                <a:spcPts val="0"/>
              </a:spcAft>
              <a:buClr>
                <a:schemeClr val="lt1"/>
              </a:buClr>
              <a:buSzPts val="1600"/>
              <a:buNone/>
              <a:defRPr sz="1600">
                <a:solidFill>
                  <a:schemeClr val="lt1"/>
                </a:solidFill>
              </a:defRPr>
            </a:lvl3pPr>
            <a:lvl4pPr lvl="3" algn="ctr" rtl="0">
              <a:lnSpc>
                <a:spcPct val="100000"/>
              </a:lnSpc>
              <a:spcBef>
                <a:spcPts val="0"/>
              </a:spcBef>
              <a:spcAft>
                <a:spcPts val="0"/>
              </a:spcAft>
              <a:buClr>
                <a:schemeClr val="lt1"/>
              </a:buClr>
              <a:buSzPts val="1600"/>
              <a:buNone/>
              <a:defRPr sz="1600">
                <a:solidFill>
                  <a:schemeClr val="lt1"/>
                </a:solidFill>
              </a:defRPr>
            </a:lvl4pPr>
            <a:lvl5pPr lvl="4" algn="ctr" rtl="0">
              <a:lnSpc>
                <a:spcPct val="100000"/>
              </a:lnSpc>
              <a:spcBef>
                <a:spcPts val="0"/>
              </a:spcBef>
              <a:spcAft>
                <a:spcPts val="0"/>
              </a:spcAft>
              <a:buClr>
                <a:schemeClr val="lt1"/>
              </a:buClr>
              <a:buSzPts val="1600"/>
              <a:buNone/>
              <a:defRPr sz="1600">
                <a:solidFill>
                  <a:schemeClr val="lt1"/>
                </a:solidFill>
              </a:defRPr>
            </a:lvl5pPr>
            <a:lvl6pPr lvl="5" algn="ctr" rtl="0">
              <a:lnSpc>
                <a:spcPct val="100000"/>
              </a:lnSpc>
              <a:spcBef>
                <a:spcPts val="0"/>
              </a:spcBef>
              <a:spcAft>
                <a:spcPts val="0"/>
              </a:spcAft>
              <a:buClr>
                <a:schemeClr val="lt1"/>
              </a:buClr>
              <a:buSzPts val="1600"/>
              <a:buNone/>
              <a:defRPr sz="1600">
                <a:solidFill>
                  <a:schemeClr val="lt1"/>
                </a:solidFill>
              </a:defRPr>
            </a:lvl6pPr>
            <a:lvl7pPr lvl="6" algn="ctr" rtl="0">
              <a:lnSpc>
                <a:spcPct val="100000"/>
              </a:lnSpc>
              <a:spcBef>
                <a:spcPts val="0"/>
              </a:spcBef>
              <a:spcAft>
                <a:spcPts val="0"/>
              </a:spcAft>
              <a:buClr>
                <a:schemeClr val="lt1"/>
              </a:buClr>
              <a:buSzPts val="1600"/>
              <a:buNone/>
              <a:defRPr sz="1600">
                <a:solidFill>
                  <a:schemeClr val="lt1"/>
                </a:solidFill>
              </a:defRPr>
            </a:lvl7pPr>
            <a:lvl8pPr lvl="7" algn="ctr" rtl="0">
              <a:lnSpc>
                <a:spcPct val="100000"/>
              </a:lnSpc>
              <a:spcBef>
                <a:spcPts val="0"/>
              </a:spcBef>
              <a:spcAft>
                <a:spcPts val="0"/>
              </a:spcAft>
              <a:buClr>
                <a:schemeClr val="lt1"/>
              </a:buClr>
              <a:buSzPts val="1600"/>
              <a:buNone/>
              <a:defRPr sz="1600">
                <a:solidFill>
                  <a:schemeClr val="lt1"/>
                </a:solidFill>
              </a:defRPr>
            </a:lvl8pPr>
            <a:lvl9pPr lvl="8" algn="ctr" rtl="0">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43" name="Google Shape;143;p31"/>
          <p:cNvSpPr txBox="1">
            <a:spLocks noGrp="1"/>
          </p:cNvSpPr>
          <p:nvPr>
            <p:ph type="subTitle" idx="8"/>
          </p:nvPr>
        </p:nvSpPr>
        <p:spPr>
          <a:xfrm>
            <a:off x="6106200" y="3172700"/>
            <a:ext cx="2016300" cy="5232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Clr>
                <a:schemeClr val="lt1"/>
              </a:buClr>
              <a:buSzPts val="1800"/>
              <a:buNone/>
              <a:defRPr>
                <a:solidFill>
                  <a:schemeClr val="lt1"/>
                </a:solidFill>
                <a:latin typeface="Archivo Black"/>
                <a:ea typeface="Archivo Black"/>
                <a:cs typeface="Archivo Black"/>
                <a:sym typeface="Archivo Black"/>
              </a:defRPr>
            </a:lvl1pPr>
            <a:lvl2pPr lvl="1" algn="ctr" rtl="0">
              <a:lnSpc>
                <a:spcPct val="100000"/>
              </a:lnSpc>
              <a:spcBef>
                <a:spcPts val="0"/>
              </a:spcBef>
              <a:spcAft>
                <a:spcPts val="0"/>
              </a:spcAft>
              <a:buClr>
                <a:schemeClr val="lt1"/>
              </a:buClr>
              <a:buSzPts val="1800"/>
              <a:buNone/>
              <a:defRPr sz="1800" b="1">
                <a:solidFill>
                  <a:schemeClr val="lt1"/>
                </a:solidFill>
              </a:defRPr>
            </a:lvl2pPr>
            <a:lvl3pPr lvl="2" algn="ctr" rtl="0">
              <a:lnSpc>
                <a:spcPct val="100000"/>
              </a:lnSpc>
              <a:spcBef>
                <a:spcPts val="0"/>
              </a:spcBef>
              <a:spcAft>
                <a:spcPts val="0"/>
              </a:spcAft>
              <a:buClr>
                <a:schemeClr val="lt1"/>
              </a:buClr>
              <a:buSzPts val="1800"/>
              <a:buNone/>
              <a:defRPr sz="1800" b="1">
                <a:solidFill>
                  <a:schemeClr val="lt1"/>
                </a:solidFill>
              </a:defRPr>
            </a:lvl3pPr>
            <a:lvl4pPr lvl="3" algn="ctr" rtl="0">
              <a:lnSpc>
                <a:spcPct val="100000"/>
              </a:lnSpc>
              <a:spcBef>
                <a:spcPts val="0"/>
              </a:spcBef>
              <a:spcAft>
                <a:spcPts val="0"/>
              </a:spcAft>
              <a:buClr>
                <a:schemeClr val="lt1"/>
              </a:buClr>
              <a:buSzPts val="1800"/>
              <a:buNone/>
              <a:defRPr sz="1800" b="1">
                <a:solidFill>
                  <a:schemeClr val="lt1"/>
                </a:solidFill>
              </a:defRPr>
            </a:lvl4pPr>
            <a:lvl5pPr lvl="4" algn="ctr" rtl="0">
              <a:lnSpc>
                <a:spcPct val="100000"/>
              </a:lnSpc>
              <a:spcBef>
                <a:spcPts val="0"/>
              </a:spcBef>
              <a:spcAft>
                <a:spcPts val="0"/>
              </a:spcAft>
              <a:buClr>
                <a:schemeClr val="lt1"/>
              </a:buClr>
              <a:buSzPts val="1800"/>
              <a:buNone/>
              <a:defRPr sz="1800" b="1">
                <a:solidFill>
                  <a:schemeClr val="lt1"/>
                </a:solidFill>
              </a:defRPr>
            </a:lvl5pPr>
            <a:lvl6pPr lvl="5" algn="ctr" rtl="0">
              <a:lnSpc>
                <a:spcPct val="100000"/>
              </a:lnSpc>
              <a:spcBef>
                <a:spcPts val="0"/>
              </a:spcBef>
              <a:spcAft>
                <a:spcPts val="0"/>
              </a:spcAft>
              <a:buClr>
                <a:schemeClr val="lt1"/>
              </a:buClr>
              <a:buSzPts val="1800"/>
              <a:buNone/>
              <a:defRPr sz="1800" b="1">
                <a:solidFill>
                  <a:schemeClr val="lt1"/>
                </a:solidFill>
              </a:defRPr>
            </a:lvl6pPr>
            <a:lvl7pPr lvl="6" algn="ctr" rtl="0">
              <a:lnSpc>
                <a:spcPct val="100000"/>
              </a:lnSpc>
              <a:spcBef>
                <a:spcPts val="0"/>
              </a:spcBef>
              <a:spcAft>
                <a:spcPts val="0"/>
              </a:spcAft>
              <a:buClr>
                <a:schemeClr val="lt1"/>
              </a:buClr>
              <a:buSzPts val="1800"/>
              <a:buNone/>
              <a:defRPr sz="1800" b="1">
                <a:solidFill>
                  <a:schemeClr val="lt1"/>
                </a:solidFill>
              </a:defRPr>
            </a:lvl7pPr>
            <a:lvl8pPr lvl="7" algn="ctr" rtl="0">
              <a:lnSpc>
                <a:spcPct val="100000"/>
              </a:lnSpc>
              <a:spcBef>
                <a:spcPts val="0"/>
              </a:spcBef>
              <a:spcAft>
                <a:spcPts val="0"/>
              </a:spcAft>
              <a:buClr>
                <a:schemeClr val="lt1"/>
              </a:buClr>
              <a:buSzPts val="1800"/>
              <a:buNone/>
              <a:defRPr sz="1800" b="1">
                <a:solidFill>
                  <a:schemeClr val="lt1"/>
                </a:solidFill>
              </a:defRPr>
            </a:lvl8pPr>
            <a:lvl9pPr lvl="8" algn="ctr" rtl="0">
              <a:lnSpc>
                <a:spcPct val="100000"/>
              </a:lnSpc>
              <a:spcBef>
                <a:spcPts val="0"/>
              </a:spcBef>
              <a:spcAft>
                <a:spcPts val="0"/>
              </a:spcAft>
              <a:buClr>
                <a:schemeClr val="lt1"/>
              </a:buClr>
              <a:buSzPts val="1800"/>
              <a:buNone/>
              <a:defRPr sz="1800" b="1">
                <a:solidFill>
                  <a:schemeClr val="lt1"/>
                </a:solidFill>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Six Columns">
  <p:cSld name="CUSTOM_2_1_1_1_1_1_1_1_1_1_1_1_1_1_1">
    <p:bg>
      <p:bgPr>
        <a:solidFill>
          <a:schemeClr val="lt1"/>
        </a:solidFill>
        <a:effectLst/>
      </p:bgPr>
    </p:bg>
    <p:spTree>
      <p:nvGrpSpPr>
        <p:cNvPr id="1" name="Shape 144"/>
        <p:cNvGrpSpPr/>
        <p:nvPr/>
      </p:nvGrpSpPr>
      <p:grpSpPr>
        <a:xfrm>
          <a:off x="0" y="0"/>
          <a:ext cx="0" cy="0"/>
          <a:chOff x="0" y="0"/>
          <a:chExt cx="0" cy="0"/>
        </a:xfrm>
      </p:grpSpPr>
      <p:sp>
        <p:nvSpPr>
          <p:cNvPr id="145" name="Google Shape;145;p32"/>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0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46" name="Google Shape;146;p32"/>
          <p:cNvSpPr txBox="1">
            <a:spLocks noGrp="1"/>
          </p:cNvSpPr>
          <p:nvPr>
            <p:ph type="subTitle" idx="1"/>
          </p:nvPr>
        </p:nvSpPr>
        <p:spPr>
          <a:xfrm>
            <a:off x="964500" y="3966800"/>
            <a:ext cx="1938000" cy="63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47" name="Google Shape;147;p32"/>
          <p:cNvSpPr txBox="1">
            <a:spLocks noGrp="1"/>
          </p:cNvSpPr>
          <p:nvPr>
            <p:ph type="subTitle" idx="2"/>
          </p:nvPr>
        </p:nvSpPr>
        <p:spPr>
          <a:xfrm>
            <a:off x="964526" y="3473000"/>
            <a:ext cx="1938000" cy="493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Archivo Black"/>
                <a:ea typeface="Archivo Black"/>
                <a:cs typeface="Archivo Black"/>
                <a:sym typeface="Archivo Black"/>
              </a:defRPr>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
        <p:nvSpPr>
          <p:cNvPr id="148" name="Google Shape;148;p32"/>
          <p:cNvSpPr txBox="1">
            <a:spLocks noGrp="1"/>
          </p:cNvSpPr>
          <p:nvPr>
            <p:ph type="subTitle" idx="3"/>
          </p:nvPr>
        </p:nvSpPr>
        <p:spPr>
          <a:xfrm>
            <a:off x="6241413" y="3966800"/>
            <a:ext cx="1938000" cy="63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49" name="Google Shape;149;p32"/>
          <p:cNvSpPr txBox="1">
            <a:spLocks noGrp="1"/>
          </p:cNvSpPr>
          <p:nvPr>
            <p:ph type="subTitle" idx="4"/>
          </p:nvPr>
        </p:nvSpPr>
        <p:spPr>
          <a:xfrm>
            <a:off x="6241439" y="3473000"/>
            <a:ext cx="1938000" cy="493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Archivo Black"/>
                <a:ea typeface="Archivo Black"/>
                <a:cs typeface="Archivo Black"/>
                <a:sym typeface="Archivo Black"/>
              </a:defRPr>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
        <p:nvSpPr>
          <p:cNvPr id="150" name="Google Shape;150;p32"/>
          <p:cNvSpPr txBox="1">
            <a:spLocks noGrp="1"/>
          </p:cNvSpPr>
          <p:nvPr>
            <p:ph type="subTitle" idx="5"/>
          </p:nvPr>
        </p:nvSpPr>
        <p:spPr>
          <a:xfrm>
            <a:off x="3602956" y="3966800"/>
            <a:ext cx="1938000" cy="63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51" name="Google Shape;151;p32"/>
          <p:cNvSpPr txBox="1">
            <a:spLocks noGrp="1"/>
          </p:cNvSpPr>
          <p:nvPr>
            <p:ph type="subTitle" idx="6"/>
          </p:nvPr>
        </p:nvSpPr>
        <p:spPr>
          <a:xfrm>
            <a:off x="3602983" y="3473000"/>
            <a:ext cx="1938000" cy="493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Archivo Black"/>
                <a:ea typeface="Archivo Black"/>
                <a:cs typeface="Archivo Black"/>
                <a:sym typeface="Archivo Black"/>
              </a:defRPr>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
        <p:nvSpPr>
          <p:cNvPr id="152" name="Google Shape;152;p32"/>
          <p:cNvSpPr txBox="1">
            <a:spLocks noGrp="1"/>
          </p:cNvSpPr>
          <p:nvPr>
            <p:ph type="subTitle" idx="7"/>
          </p:nvPr>
        </p:nvSpPr>
        <p:spPr>
          <a:xfrm>
            <a:off x="964538" y="2322900"/>
            <a:ext cx="1938000" cy="63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53" name="Google Shape;153;p32"/>
          <p:cNvSpPr txBox="1">
            <a:spLocks noGrp="1"/>
          </p:cNvSpPr>
          <p:nvPr>
            <p:ph type="subTitle" idx="8"/>
          </p:nvPr>
        </p:nvSpPr>
        <p:spPr>
          <a:xfrm>
            <a:off x="964539" y="1829100"/>
            <a:ext cx="1938000" cy="493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Archivo Black"/>
                <a:ea typeface="Archivo Black"/>
                <a:cs typeface="Archivo Black"/>
                <a:sym typeface="Archivo Black"/>
              </a:defRPr>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
        <p:nvSpPr>
          <p:cNvPr id="154" name="Google Shape;154;p32"/>
          <p:cNvSpPr txBox="1">
            <a:spLocks noGrp="1"/>
          </p:cNvSpPr>
          <p:nvPr>
            <p:ph type="subTitle" idx="9"/>
          </p:nvPr>
        </p:nvSpPr>
        <p:spPr>
          <a:xfrm>
            <a:off x="6241450" y="2322900"/>
            <a:ext cx="1938000" cy="63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55" name="Google Shape;155;p32"/>
          <p:cNvSpPr txBox="1">
            <a:spLocks noGrp="1"/>
          </p:cNvSpPr>
          <p:nvPr>
            <p:ph type="subTitle" idx="13"/>
          </p:nvPr>
        </p:nvSpPr>
        <p:spPr>
          <a:xfrm>
            <a:off x="6241451" y="1829100"/>
            <a:ext cx="1938000" cy="493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Archivo Black"/>
                <a:ea typeface="Archivo Black"/>
                <a:cs typeface="Archivo Black"/>
                <a:sym typeface="Archivo Black"/>
              </a:defRPr>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
        <p:nvSpPr>
          <p:cNvPr id="156" name="Google Shape;156;p32"/>
          <p:cNvSpPr txBox="1">
            <a:spLocks noGrp="1"/>
          </p:cNvSpPr>
          <p:nvPr>
            <p:ph type="subTitle" idx="14"/>
          </p:nvPr>
        </p:nvSpPr>
        <p:spPr>
          <a:xfrm>
            <a:off x="3602994" y="2322900"/>
            <a:ext cx="1938000" cy="637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57" name="Google Shape;157;p32"/>
          <p:cNvSpPr txBox="1">
            <a:spLocks noGrp="1"/>
          </p:cNvSpPr>
          <p:nvPr>
            <p:ph type="subTitle" idx="15"/>
          </p:nvPr>
        </p:nvSpPr>
        <p:spPr>
          <a:xfrm>
            <a:off x="3602995" y="1829100"/>
            <a:ext cx="1938000" cy="4938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Archivo Black"/>
                <a:ea typeface="Archivo Black"/>
                <a:cs typeface="Archivo Black"/>
                <a:sym typeface="Archivo Black"/>
              </a:defRPr>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hanks">
  <p:cSld name="CUSTOM_2_1_1_1_1_1_1_1_1_1_1_1_1_1_1_1">
    <p:bg>
      <p:bgPr>
        <a:solidFill>
          <a:schemeClr val="lt1"/>
        </a:solidFill>
        <a:effectLst/>
      </p:bgPr>
    </p:bg>
    <p:spTree>
      <p:nvGrpSpPr>
        <p:cNvPr id="1" name="Shape 158"/>
        <p:cNvGrpSpPr/>
        <p:nvPr/>
      </p:nvGrpSpPr>
      <p:grpSpPr>
        <a:xfrm>
          <a:off x="0" y="0"/>
          <a:ext cx="0" cy="0"/>
          <a:chOff x="0" y="0"/>
          <a:chExt cx="0" cy="0"/>
        </a:xfrm>
      </p:grpSpPr>
      <p:sp>
        <p:nvSpPr>
          <p:cNvPr id="159" name="Google Shape;159;p33"/>
          <p:cNvSpPr txBox="1">
            <a:spLocks noGrp="1"/>
          </p:cNvSpPr>
          <p:nvPr>
            <p:ph type="title"/>
          </p:nvPr>
        </p:nvSpPr>
        <p:spPr>
          <a:xfrm>
            <a:off x="2200200" y="539500"/>
            <a:ext cx="4743600" cy="919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800"/>
              <a:buNone/>
              <a:defRPr sz="72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a:endParaRPr/>
          </a:p>
        </p:txBody>
      </p:sp>
      <p:sp>
        <p:nvSpPr>
          <p:cNvPr id="160" name="Google Shape;160;p33"/>
          <p:cNvSpPr txBox="1">
            <a:spLocks noGrp="1"/>
          </p:cNvSpPr>
          <p:nvPr>
            <p:ph type="subTitle" idx="1"/>
          </p:nvPr>
        </p:nvSpPr>
        <p:spPr>
          <a:xfrm>
            <a:off x="2336400" y="2286150"/>
            <a:ext cx="4471200" cy="919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
        <p:nvSpPr>
          <p:cNvPr id="161" name="Google Shape;161;p33"/>
          <p:cNvSpPr txBox="1">
            <a:spLocks noGrp="1"/>
          </p:cNvSpPr>
          <p:nvPr>
            <p:ph type="subTitle" idx="2"/>
          </p:nvPr>
        </p:nvSpPr>
        <p:spPr>
          <a:xfrm>
            <a:off x="2336403" y="1762950"/>
            <a:ext cx="4471200" cy="523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a:latin typeface="Archivo Black"/>
                <a:ea typeface="Archivo Black"/>
                <a:cs typeface="Archivo Black"/>
                <a:sym typeface="Archivo Black"/>
              </a:defRPr>
            </a:lvl1pPr>
            <a:lvl2pPr lvl="1" algn="ctr" rtl="0">
              <a:lnSpc>
                <a:spcPct val="100000"/>
              </a:lnSpc>
              <a:spcBef>
                <a:spcPts val="0"/>
              </a:spcBef>
              <a:spcAft>
                <a:spcPts val="0"/>
              </a:spcAft>
              <a:buSzPts val="1800"/>
              <a:buNone/>
              <a:defRPr sz="1800" b="1"/>
            </a:lvl2pPr>
            <a:lvl3pPr lvl="2" algn="ctr" rtl="0">
              <a:lnSpc>
                <a:spcPct val="100000"/>
              </a:lnSpc>
              <a:spcBef>
                <a:spcPts val="0"/>
              </a:spcBef>
              <a:spcAft>
                <a:spcPts val="0"/>
              </a:spcAft>
              <a:buSzPts val="1800"/>
              <a:buNone/>
              <a:defRPr sz="1800" b="1"/>
            </a:lvl3pPr>
            <a:lvl4pPr lvl="3" algn="ctr" rtl="0">
              <a:lnSpc>
                <a:spcPct val="100000"/>
              </a:lnSpc>
              <a:spcBef>
                <a:spcPts val="0"/>
              </a:spcBef>
              <a:spcAft>
                <a:spcPts val="0"/>
              </a:spcAft>
              <a:buSzPts val="1800"/>
              <a:buNone/>
              <a:defRPr sz="1800" b="1"/>
            </a:lvl4pPr>
            <a:lvl5pPr lvl="4" algn="ctr" rtl="0">
              <a:lnSpc>
                <a:spcPct val="100000"/>
              </a:lnSpc>
              <a:spcBef>
                <a:spcPts val="0"/>
              </a:spcBef>
              <a:spcAft>
                <a:spcPts val="0"/>
              </a:spcAft>
              <a:buSzPts val="1800"/>
              <a:buNone/>
              <a:defRPr sz="1800" b="1"/>
            </a:lvl5pPr>
            <a:lvl6pPr lvl="5" algn="ctr" rtl="0">
              <a:lnSpc>
                <a:spcPct val="100000"/>
              </a:lnSpc>
              <a:spcBef>
                <a:spcPts val="0"/>
              </a:spcBef>
              <a:spcAft>
                <a:spcPts val="0"/>
              </a:spcAft>
              <a:buSzPts val="1800"/>
              <a:buNone/>
              <a:defRPr sz="1800" b="1"/>
            </a:lvl6pPr>
            <a:lvl7pPr lvl="6" algn="ctr" rtl="0">
              <a:lnSpc>
                <a:spcPct val="100000"/>
              </a:lnSpc>
              <a:spcBef>
                <a:spcPts val="0"/>
              </a:spcBef>
              <a:spcAft>
                <a:spcPts val="0"/>
              </a:spcAft>
              <a:buSzPts val="1800"/>
              <a:buNone/>
              <a:defRPr sz="1800" b="1"/>
            </a:lvl7pPr>
            <a:lvl8pPr lvl="7" algn="ctr" rtl="0">
              <a:lnSpc>
                <a:spcPct val="100000"/>
              </a:lnSpc>
              <a:spcBef>
                <a:spcPts val="0"/>
              </a:spcBef>
              <a:spcAft>
                <a:spcPts val="0"/>
              </a:spcAft>
              <a:buSzPts val="1800"/>
              <a:buNone/>
              <a:defRPr sz="1800" b="1"/>
            </a:lvl8pPr>
            <a:lvl9pPr lvl="8" algn="ctr" rtl="0">
              <a:lnSpc>
                <a:spcPct val="100000"/>
              </a:lnSpc>
              <a:spcBef>
                <a:spcPts val="0"/>
              </a:spcBef>
              <a:spcAft>
                <a:spcPts val="0"/>
              </a:spcAft>
              <a:buSzPts val="1800"/>
              <a:buNone/>
              <a:defRPr sz="1800" b="1"/>
            </a:lvl9pPr>
          </a:lstStyle>
          <a:p>
            <a:endParaRPr/>
          </a:p>
        </p:txBody>
      </p:sp>
      <p:sp>
        <p:nvSpPr>
          <p:cNvPr id="162" name="Google Shape;162;p33"/>
          <p:cNvSpPr txBox="1"/>
          <p:nvPr/>
        </p:nvSpPr>
        <p:spPr>
          <a:xfrm>
            <a:off x="2212650" y="3759800"/>
            <a:ext cx="4718700" cy="4743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300"/>
              </a:spcBef>
              <a:spcAft>
                <a:spcPts val="0"/>
              </a:spcAft>
              <a:buNone/>
            </a:pPr>
            <a:r>
              <a:rPr lang="en" sz="1200" b="1">
                <a:solidFill>
                  <a:srgbClr val="434343"/>
                </a:solidFill>
                <a:latin typeface="Archivo"/>
                <a:ea typeface="Archivo"/>
                <a:cs typeface="Archivo"/>
                <a:sym typeface="Archivo"/>
              </a:rPr>
              <a:t>CREDITS:</a:t>
            </a:r>
            <a:r>
              <a:rPr lang="en" sz="1200">
                <a:solidFill>
                  <a:srgbClr val="434343"/>
                </a:solidFill>
                <a:latin typeface="Archivo"/>
                <a:ea typeface="Archivo"/>
                <a:cs typeface="Archivo"/>
                <a:sym typeface="Archivo"/>
              </a:rPr>
              <a:t> This presentation template was created by </a:t>
            </a:r>
            <a:r>
              <a:rPr lang="en" sz="1200" b="1">
                <a:solidFill>
                  <a:srgbClr val="434343"/>
                </a:solidFill>
                <a:uFill>
                  <a:noFill/>
                </a:uFill>
                <a:latin typeface="Archivo"/>
                <a:ea typeface="Archivo"/>
                <a:cs typeface="Archivo"/>
                <a:sym typeface="Archivo"/>
                <a:hlinkClick r:id="rId2">
                  <a:extLst>
                    <a:ext uri="{A12FA001-AC4F-418D-AE19-62706E023703}">
                      <ahyp:hlinkClr xmlns:ahyp="http://schemas.microsoft.com/office/drawing/2018/hyperlinkcolor" val="tx"/>
                    </a:ext>
                  </a:extLst>
                </a:hlinkClick>
              </a:rPr>
              <a:t>Slidesgo</a:t>
            </a:r>
            <a:r>
              <a:rPr lang="en" sz="1200">
                <a:solidFill>
                  <a:srgbClr val="434343"/>
                </a:solidFill>
                <a:latin typeface="Archivo"/>
                <a:ea typeface="Archivo"/>
                <a:cs typeface="Archivo"/>
                <a:sym typeface="Archivo"/>
              </a:rPr>
              <a:t>, including icons by </a:t>
            </a:r>
            <a:r>
              <a:rPr lang="en" sz="1200" b="1">
                <a:solidFill>
                  <a:srgbClr val="434343"/>
                </a:solidFill>
                <a:uFill>
                  <a:noFill/>
                </a:uFill>
                <a:latin typeface="Archivo"/>
                <a:ea typeface="Archivo"/>
                <a:cs typeface="Archivo"/>
                <a:sym typeface="Archivo"/>
                <a:hlinkClick r:id="rId3">
                  <a:extLst>
                    <a:ext uri="{A12FA001-AC4F-418D-AE19-62706E023703}">
                      <ahyp:hlinkClr xmlns:ahyp="http://schemas.microsoft.com/office/drawing/2018/hyperlinkcolor" val="tx"/>
                    </a:ext>
                  </a:extLst>
                </a:hlinkClick>
              </a:rPr>
              <a:t>Flaticon</a:t>
            </a:r>
            <a:r>
              <a:rPr lang="en" sz="1200">
                <a:solidFill>
                  <a:srgbClr val="434343"/>
                </a:solidFill>
                <a:latin typeface="Archivo"/>
                <a:ea typeface="Archivo"/>
                <a:cs typeface="Archivo"/>
                <a:sym typeface="Archivo"/>
              </a:rPr>
              <a:t>, and infographics &amp; images by </a:t>
            </a:r>
            <a:r>
              <a:rPr lang="en" sz="1200" b="1">
                <a:solidFill>
                  <a:srgbClr val="434343"/>
                </a:solidFill>
                <a:uFill>
                  <a:noFill/>
                </a:uFill>
                <a:latin typeface="Archivo"/>
                <a:ea typeface="Archivo"/>
                <a:cs typeface="Archivo"/>
                <a:sym typeface="Archivo"/>
                <a:hlinkClick r:id="rId4">
                  <a:extLst>
                    <a:ext uri="{A12FA001-AC4F-418D-AE19-62706E023703}">
                      <ahyp:hlinkClr xmlns:ahyp="http://schemas.microsoft.com/office/drawing/2018/hyperlinkcolor" val="tx"/>
                    </a:ext>
                  </a:extLst>
                </a:hlinkClick>
              </a:rPr>
              <a:t>Freepik</a:t>
            </a:r>
            <a:endParaRPr sz="1200" b="1">
              <a:solidFill>
                <a:srgbClr val="434343"/>
              </a:solidFill>
              <a:latin typeface="Archivo"/>
              <a:ea typeface="Archivo"/>
              <a:cs typeface="Archivo"/>
              <a:sym typeface="Archiv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ackground">
  <p:cSld name="CUSTOM_2_1_1_1_1_1_1_1_1_1_1_1_1_1_1_1_1">
    <p:bg>
      <p:bgPr>
        <a:solidFill>
          <a:schemeClr val="lt1"/>
        </a:solidFill>
        <a:effectLst/>
      </p:bgPr>
    </p:bg>
    <p:spTree>
      <p:nvGrpSpPr>
        <p:cNvPr id="1" name="Shape 163"/>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ackground 1">
  <p:cSld name="CUSTOM_2_1_1_1_1_1_1_1_1_1_1_1_1_1_1_1_1_1">
    <p:bg>
      <p:bgPr>
        <a:solidFill>
          <a:schemeClr val="dk1"/>
        </a:solidFill>
        <a:effectLst/>
      </p:bgPr>
    </p:bg>
    <p:spTree>
      <p:nvGrpSpPr>
        <p:cNvPr id="1" name="Shape 16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FFFF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ctr" anchorCtr="0">
            <a:noAutofit/>
          </a:bodyPr>
          <a:lstStyle>
            <a:lvl1pPr lvl="0">
              <a:spcBef>
                <a:spcPts val="0"/>
              </a:spcBef>
              <a:spcAft>
                <a:spcPts val="0"/>
              </a:spcAft>
              <a:buClr>
                <a:schemeClr val="dk1"/>
              </a:buClr>
              <a:buSzPts val="2800"/>
              <a:buFont typeface="Archivo Black"/>
              <a:buNone/>
              <a:defRPr sz="2800">
                <a:solidFill>
                  <a:schemeClr val="dk1"/>
                </a:solidFill>
                <a:latin typeface="Archivo Black"/>
                <a:ea typeface="Archivo Black"/>
                <a:cs typeface="Archivo Black"/>
                <a:sym typeface="Archivo Black"/>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713225" y="1187600"/>
            <a:ext cx="7717500" cy="3416400"/>
          </a:xfrm>
          <a:prstGeom prst="rect">
            <a:avLst/>
          </a:prstGeom>
          <a:noFill/>
          <a:ln>
            <a:noFill/>
          </a:ln>
        </p:spPr>
        <p:txBody>
          <a:bodyPr spcFirstLastPara="1" wrap="square" lIns="91425" tIns="91425" rIns="91425" bIns="91425" anchor="ctr" anchorCtr="0">
            <a:normAutofit/>
          </a:bodyPr>
          <a:lstStyle>
            <a:lvl1pPr marL="457200" lvl="0" indent="-342900">
              <a:lnSpc>
                <a:spcPct val="115000"/>
              </a:lnSpc>
              <a:spcBef>
                <a:spcPts val="0"/>
              </a:spcBef>
              <a:spcAft>
                <a:spcPts val="0"/>
              </a:spcAft>
              <a:buClr>
                <a:schemeClr val="dk1"/>
              </a:buClr>
              <a:buSzPts val="1800"/>
              <a:buFont typeface="Archivo"/>
              <a:buChar char="●"/>
              <a:defRPr sz="1800">
                <a:solidFill>
                  <a:schemeClr val="dk1"/>
                </a:solidFill>
                <a:latin typeface="Archivo"/>
                <a:ea typeface="Archivo"/>
                <a:cs typeface="Archivo"/>
                <a:sym typeface="Archivo"/>
              </a:defRPr>
            </a:lvl1pPr>
            <a:lvl2pPr marL="914400" lvl="1"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2pPr>
            <a:lvl3pPr marL="1371600" lvl="2"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3pPr>
            <a:lvl4pPr marL="1828800" lvl="3"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4pPr>
            <a:lvl5pPr marL="2286000" lvl="4"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5pPr>
            <a:lvl6pPr marL="2743200" lvl="5"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6pPr>
            <a:lvl7pPr marL="3200400" lvl="6"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7pPr>
            <a:lvl8pPr marL="3657600" lvl="7"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8pPr>
            <a:lvl9pPr marL="4114800" lvl="8" indent="-317500">
              <a:lnSpc>
                <a:spcPct val="115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0.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8.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8.xml"/><Relationship Id="rId5" Type="http://schemas.openxmlformats.org/officeDocument/2006/relationships/image" Target="../media/image15.png"/><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8.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31.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3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2.xml"/><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16.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6.xml"/><Relationship Id="rId4" Type="http://schemas.openxmlformats.org/officeDocument/2006/relationships/image" Target="../media/image25.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9.xml"/><Relationship Id="rId1" Type="http://schemas.openxmlformats.org/officeDocument/2006/relationships/slideLayout" Target="../slideLayouts/slideLayout15.xml"/><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1.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68"/>
        <p:cNvGrpSpPr/>
        <p:nvPr/>
      </p:nvGrpSpPr>
      <p:grpSpPr>
        <a:xfrm>
          <a:off x="0" y="0"/>
          <a:ext cx="0" cy="0"/>
          <a:chOff x="0" y="0"/>
          <a:chExt cx="0" cy="0"/>
        </a:xfrm>
      </p:grpSpPr>
      <p:sp>
        <p:nvSpPr>
          <p:cNvPr id="169" name="Google Shape;169;p36"/>
          <p:cNvSpPr txBox="1">
            <a:spLocks noGrp="1"/>
          </p:cNvSpPr>
          <p:nvPr>
            <p:ph type="ctrTitle"/>
          </p:nvPr>
        </p:nvSpPr>
        <p:spPr>
          <a:xfrm>
            <a:off x="4364550" y="1479525"/>
            <a:ext cx="4673700" cy="1730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b="1">
                <a:latin typeface="Archivo"/>
                <a:ea typeface="Archivo"/>
                <a:cs typeface="Archivo"/>
                <a:sym typeface="Archivo"/>
              </a:rPr>
              <a:t>MDM2 Amplification in ecDNA</a:t>
            </a:r>
            <a:endParaRPr sz="2400" b="1">
              <a:latin typeface="Archivo"/>
              <a:ea typeface="Archivo"/>
              <a:cs typeface="Archivo"/>
              <a:sym typeface="Archivo"/>
            </a:endParaRPr>
          </a:p>
          <a:p>
            <a:pPr marL="0" lvl="0" indent="0" algn="l" rtl="0">
              <a:spcBef>
                <a:spcPts val="0"/>
              </a:spcBef>
              <a:spcAft>
                <a:spcPts val="0"/>
              </a:spcAft>
              <a:buNone/>
            </a:pPr>
            <a:r>
              <a:rPr lang="en" sz="1600" b="1">
                <a:latin typeface="Archivo"/>
                <a:ea typeface="Archivo"/>
                <a:cs typeface="Archivo"/>
                <a:sym typeface="Archivo"/>
              </a:rPr>
              <a:t>: Structure, Evolution, and Impact on Tumor Genomics</a:t>
            </a:r>
            <a:endParaRPr sz="1600" b="1">
              <a:latin typeface="Archivo"/>
              <a:ea typeface="Archivo"/>
              <a:cs typeface="Archivo"/>
              <a:sym typeface="Archivo"/>
            </a:endParaRPr>
          </a:p>
        </p:txBody>
      </p:sp>
      <p:sp>
        <p:nvSpPr>
          <p:cNvPr id="170" name="Google Shape;170;p36"/>
          <p:cNvSpPr txBox="1">
            <a:spLocks noGrp="1"/>
          </p:cNvSpPr>
          <p:nvPr>
            <p:ph type="subTitle" idx="1"/>
          </p:nvPr>
        </p:nvSpPr>
        <p:spPr>
          <a:xfrm>
            <a:off x="2334775" y="3814950"/>
            <a:ext cx="6791700" cy="382500"/>
          </a:xfrm>
          <a:prstGeom prst="rect">
            <a:avLst/>
          </a:prstGeom>
        </p:spPr>
        <p:txBody>
          <a:bodyPr spcFirstLastPara="1" wrap="square" lIns="91425" tIns="91425" rIns="91425" bIns="91425" anchor="ctr" anchorCtr="0">
            <a:noAutofit/>
          </a:bodyPr>
          <a:lstStyle/>
          <a:p>
            <a:pPr marL="0" lvl="0" indent="457200" algn="l" rtl="0">
              <a:spcBef>
                <a:spcPts val="0"/>
              </a:spcBef>
              <a:spcAft>
                <a:spcPts val="0"/>
              </a:spcAft>
              <a:buNone/>
            </a:pPr>
            <a:r>
              <a:rPr lang="en" sz="1400" b="1" dirty="0"/>
              <a:t>Team 9</a:t>
            </a:r>
            <a:endParaRPr sz="1400" b="1" dirty="0"/>
          </a:p>
          <a:p>
            <a:pPr marL="0" lvl="0" indent="457200" algn="l" rtl="0">
              <a:spcBef>
                <a:spcPts val="0"/>
              </a:spcBef>
              <a:spcAft>
                <a:spcPts val="0"/>
              </a:spcAft>
              <a:buNone/>
            </a:pPr>
            <a:endParaRPr sz="1400" b="1" dirty="0"/>
          </a:p>
          <a:p>
            <a:pPr marL="0" lvl="0" indent="457200" algn="l"/>
            <a:r>
              <a:rPr lang="en" sz="1400" b="1" dirty="0"/>
              <a:t>Evelyn Quan, James Caviness, Timothy Hsiao, Leena </a:t>
            </a:r>
            <a:r>
              <a:rPr lang="en" sz="1400" b="1" dirty="0" err="1"/>
              <a:t>Khattat</a:t>
            </a:r>
            <a:r>
              <a:rPr lang="en" sz="1400" b="1" dirty="0"/>
              <a:t>, Lydia Roh  </a:t>
            </a:r>
            <a:endParaRPr sz="1400" dirty="0">
              <a:latin typeface="Archivo Black"/>
              <a:ea typeface="Archivo Black"/>
              <a:cs typeface="Archivo Black"/>
              <a:sym typeface="Archivo Black"/>
            </a:endParaRPr>
          </a:p>
        </p:txBody>
      </p:sp>
      <p:sp>
        <p:nvSpPr>
          <p:cNvPr id="171" name="Google Shape;171;p36"/>
          <p:cNvSpPr txBox="1">
            <a:spLocks noGrp="1"/>
          </p:cNvSpPr>
          <p:nvPr>
            <p:ph type="subTitle" idx="2"/>
          </p:nvPr>
        </p:nvSpPr>
        <p:spPr>
          <a:xfrm>
            <a:off x="4365200" y="2705963"/>
            <a:ext cx="3287400" cy="4953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200" u="sng"/>
              <a:t>CSE 182 Final Project</a:t>
            </a:r>
            <a:endParaRPr sz="1200" u="sng">
              <a:latin typeface="Archivo"/>
              <a:ea typeface="Archivo"/>
              <a:cs typeface="Archivo"/>
              <a:sym typeface="Archivo"/>
            </a:endParaRPr>
          </a:p>
        </p:txBody>
      </p:sp>
      <p:grpSp>
        <p:nvGrpSpPr>
          <p:cNvPr id="172" name="Google Shape;172;p36"/>
          <p:cNvGrpSpPr/>
          <p:nvPr/>
        </p:nvGrpSpPr>
        <p:grpSpPr>
          <a:xfrm rot="2392192">
            <a:off x="-435515" y="-3311915"/>
            <a:ext cx="4278758" cy="10782679"/>
            <a:chOff x="5762975" y="2535925"/>
            <a:chExt cx="781225" cy="1968725"/>
          </a:xfrm>
        </p:grpSpPr>
        <p:sp>
          <p:nvSpPr>
            <p:cNvPr id="173" name="Google Shape;173;p36"/>
            <p:cNvSpPr/>
            <p:nvPr/>
          </p:nvSpPr>
          <p:spPr>
            <a:xfrm>
              <a:off x="5777825" y="4414450"/>
              <a:ext cx="691625" cy="90200"/>
            </a:xfrm>
            <a:custGeom>
              <a:avLst/>
              <a:gdLst/>
              <a:ahLst/>
              <a:cxnLst/>
              <a:rect l="l" t="t" r="r" b="b"/>
              <a:pathLst>
                <a:path w="27665" h="3608" extrusionOk="0">
                  <a:moveTo>
                    <a:pt x="1803" y="1"/>
                  </a:moveTo>
                  <a:cubicBezTo>
                    <a:pt x="822" y="1"/>
                    <a:pt x="0" y="800"/>
                    <a:pt x="0" y="1804"/>
                  </a:cubicBezTo>
                  <a:cubicBezTo>
                    <a:pt x="0" y="2785"/>
                    <a:pt x="822" y="3607"/>
                    <a:pt x="1803" y="3607"/>
                  </a:cubicBezTo>
                  <a:cubicBezTo>
                    <a:pt x="2808" y="3607"/>
                    <a:pt x="3606" y="2785"/>
                    <a:pt x="3606" y="1804"/>
                  </a:cubicBezTo>
                  <a:lnTo>
                    <a:pt x="24058" y="1804"/>
                  </a:lnTo>
                  <a:cubicBezTo>
                    <a:pt x="24058" y="2785"/>
                    <a:pt x="24857" y="3607"/>
                    <a:pt x="25861" y="3607"/>
                  </a:cubicBezTo>
                  <a:cubicBezTo>
                    <a:pt x="26843" y="3607"/>
                    <a:pt x="27664" y="2785"/>
                    <a:pt x="27664" y="1804"/>
                  </a:cubicBezTo>
                  <a:cubicBezTo>
                    <a:pt x="27664" y="800"/>
                    <a:pt x="26843" y="1"/>
                    <a:pt x="25861" y="1"/>
                  </a:cubicBezTo>
                  <a:cubicBezTo>
                    <a:pt x="25062" y="1"/>
                    <a:pt x="24400" y="503"/>
                    <a:pt x="24172" y="1188"/>
                  </a:cubicBezTo>
                  <a:lnTo>
                    <a:pt x="3492" y="1188"/>
                  </a:lnTo>
                  <a:cubicBezTo>
                    <a:pt x="3264" y="503"/>
                    <a:pt x="2602" y="1"/>
                    <a:pt x="1803" y="1"/>
                  </a:cubicBezTo>
                  <a:close/>
                </a:path>
              </a:pathLst>
            </a:custGeom>
            <a:gradFill>
              <a:gsLst>
                <a:gs pos="0">
                  <a:schemeClr val="accent1"/>
                </a:gs>
                <a:gs pos="100000">
                  <a:schemeClr val="accent3"/>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36"/>
            <p:cNvSpPr/>
            <p:nvPr/>
          </p:nvSpPr>
          <p:spPr>
            <a:xfrm>
              <a:off x="5943300" y="2686025"/>
              <a:ext cx="600900" cy="120425"/>
            </a:xfrm>
            <a:custGeom>
              <a:avLst/>
              <a:gdLst/>
              <a:ahLst/>
              <a:cxnLst/>
              <a:rect l="l" t="t" r="r" b="b"/>
              <a:pathLst>
                <a:path w="24036" h="4817" extrusionOk="0">
                  <a:moveTo>
                    <a:pt x="21639" y="0"/>
                  </a:moveTo>
                  <a:cubicBezTo>
                    <a:pt x="20315" y="0"/>
                    <a:pt x="19242" y="1073"/>
                    <a:pt x="19242" y="2397"/>
                  </a:cubicBezTo>
                  <a:lnTo>
                    <a:pt x="2968" y="2397"/>
                  </a:lnTo>
                  <a:cubicBezTo>
                    <a:pt x="2831" y="1712"/>
                    <a:pt x="2237" y="1210"/>
                    <a:pt x="1507" y="1210"/>
                  </a:cubicBezTo>
                  <a:cubicBezTo>
                    <a:pt x="662" y="1210"/>
                    <a:pt x="0" y="1872"/>
                    <a:pt x="0" y="2716"/>
                  </a:cubicBezTo>
                  <a:cubicBezTo>
                    <a:pt x="0" y="3538"/>
                    <a:pt x="662" y="4200"/>
                    <a:pt x="1507" y="4200"/>
                  </a:cubicBezTo>
                  <a:cubicBezTo>
                    <a:pt x="2237" y="4200"/>
                    <a:pt x="2831" y="3698"/>
                    <a:pt x="2968" y="3013"/>
                  </a:cubicBezTo>
                  <a:lnTo>
                    <a:pt x="19311" y="3013"/>
                  </a:lnTo>
                  <a:cubicBezTo>
                    <a:pt x="19585" y="4040"/>
                    <a:pt x="20520" y="4816"/>
                    <a:pt x="21639" y="4816"/>
                  </a:cubicBezTo>
                  <a:cubicBezTo>
                    <a:pt x="22963" y="4816"/>
                    <a:pt x="24035" y="3743"/>
                    <a:pt x="24035" y="2397"/>
                  </a:cubicBezTo>
                  <a:cubicBezTo>
                    <a:pt x="24035" y="1073"/>
                    <a:pt x="22963" y="0"/>
                    <a:pt x="21639" y="0"/>
                  </a:cubicBezTo>
                  <a:close/>
                </a:path>
              </a:pathLst>
            </a:custGeom>
            <a:gradFill>
              <a:gsLst>
                <a:gs pos="0">
                  <a:schemeClr val="accent1"/>
                </a:gs>
                <a:gs pos="100000">
                  <a:schemeClr val="accent3"/>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 name="Google Shape;175;p36"/>
            <p:cNvSpPr/>
            <p:nvPr/>
          </p:nvSpPr>
          <p:spPr>
            <a:xfrm>
              <a:off x="6108775" y="2821250"/>
              <a:ext cx="390350" cy="150100"/>
            </a:xfrm>
            <a:custGeom>
              <a:avLst/>
              <a:gdLst/>
              <a:ahLst/>
              <a:cxnLst/>
              <a:rect l="l" t="t" r="r" b="b"/>
              <a:pathLst>
                <a:path w="15614" h="6004" extrusionOk="0">
                  <a:moveTo>
                    <a:pt x="12623" y="1"/>
                  </a:moveTo>
                  <a:cubicBezTo>
                    <a:pt x="11162" y="1"/>
                    <a:pt x="9953" y="1028"/>
                    <a:pt x="9679" y="2397"/>
                  </a:cubicBezTo>
                  <a:lnTo>
                    <a:pt x="2968" y="2397"/>
                  </a:lnTo>
                  <a:cubicBezTo>
                    <a:pt x="2831" y="1712"/>
                    <a:pt x="2215" y="1210"/>
                    <a:pt x="1484" y="1210"/>
                  </a:cubicBezTo>
                  <a:cubicBezTo>
                    <a:pt x="663" y="1210"/>
                    <a:pt x="1" y="1872"/>
                    <a:pt x="1" y="2717"/>
                  </a:cubicBezTo>
                  <a:cubicBezTo>
                    <a:pt x="1" y="3539"/>
                    <a:pt x="663" y="4200"/>
                    <a:pt x="1484" y="4200"/>
                  </a:cubicBezTo>
                  <a:cubicBezTo>
                    <a:pt x="2215" y="4200"/>
                    <a:pt x="2831" y="3698"/>
                    <a:pt x="2968" y="3014"/>
                  </a:cubicBezTo>
                  <a:lnTo>
                    <a:pt x="9610" y="3014"/>
                  </a:lnTo>
                  <a:cubicBezTo>
                    <a:pt x="9610" y="4657"/>
                    <a:pt x="10957" y="6004"/>
                    <a:pt x="12623" y="6004"/>
                  </a:cubicBezTo>
                  <a:cubicBezTo>
                    <a:pt x="14267" y="6004"/>
                    <a:pt x="15613" y="4657"/>
                    <a:pt x="15613" y="3014"/>
                  </a:cubicBezTo>
                  <a:cubicBezTo>
                    <a:pt x="15613" y="1347"/>
                    <a:pt x="14267" y="1"/>
                    <a:pt x="12623" y="1"/>
                  </a:cubicBezTo>
                  <a:close/>
                </a:path>
              </a:pathLst>
            </a:custGeom>
            <a:gradFill>
              <a:gsLst>
                <a:gs pos="0">
                  <a:schemeClr val="accent1"/>
                </a:gs>
                <a:gs pos="100000">
                  <a:schemeClr val="accent3"/>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36"/>
            <p:cNvSpPr/>
            <p:nvPr/>
          </p:nvSpPr>
          <p:spPr>
            <a:xfrm>
              <a:off x="6228625" y="2956500"/>
              <a:ext cx="150650" cy="150100"/>
            </a:xfrm>
            <a:custGeom>
              <a:avLst/>
              <a:gdLst/>
              <a:ahLst/>
              <a:cxnLst/>
              <a:rect l="l" t="t" r="r" b="b"/>
              <a:pathLst>
                <a:path w="6026" h="6004" extrusionOk="0">
                  <a:moveTo>
                    <a:pt x="3013" y="0"/>
                  </a:moveTo>
                  <a:cubicBezTo>
                    <a:pt x="1347" y="0"/>
                    <a:pt x="0" y="1347"/>
                    <a:pt x="0" y="3013"/>
                  </a:cubicBezTo>
                  <a:cubicBezTo>
                    <a:pt x="0" y="4657"/>
                    <a:pt x="1347" y="6003"/>
                    <a:pt x="3013" y="6003"/>
                  </a:cubicBezTo>
                  <a:cubicBezTo>
                    <a:pt x="4679" y="6003"/>
                    <a:pt x="6026" y="4657"/>
                    <a:pt x="6026" y="3013"/>
                  </a:cubicBezTo>
                  <a:cubicBezTo>
                    <a:pt x="6026" y="1347"/>
                    <a:pt x="4679" y="0"/>
                    <a:pt x="3013" y="0"/>
                  </a:cubicBezTo>
                  <a:close/>
                </a:path>
              </a:pathLst>
            </a:custGeom>
            <a:gradFill>
              <a:gsLst>
                <a:gs pos="0">
                  <a:schemeClr val="accent1"/>
                </a:gs>
                <a:gs pos="100000">
                  <a:schemeClr val="accent3"/>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36"/>
            <p:cNvSpPr/>
            <p:nvPr/>
          </p:nvSpPr>
          <p:spPr>
            <a:xfrm>
              <a:off x="5762975" y="3677775"/>
              <a:ext cx="616300" cy="150675"/>
            </a:xfrm>
            <a:custGeom>
              <a:avLst/>
              <a:gdLst/>
              <a:ahLst/>
              <a:cxnLst/>
              <a:rect l="l" t="t" r="r" b="b"/>
              <a:pathLst>
                <a:path w="24652" h="6027" extrusionOk="0">
                  <a:moveTo>
                    <a:pt x="21639" y="0"/>
                  </a:moveTo>
                  <a:cubicBezTo>
                    <a:pt x="20178" y="0"/>
                    <a:pt x="18968" y="1027"/>
                    <a:pt x="18695" y="2420"/>
                  </a:cubicBezTo>
                  <a:lnTo>
                    <a:pt x="4725" y="2420"/>
                  </a:lnTo>
                  <a:cubicBezTo>
                    <a:pt x="4452" y="1370"/>
                    <a:pt x="3516" y="617"/>
                    <a:pt x="2397" y="617"/>
                  </a:cubicBezTo>
                  <a:cubicBezTo>
                    <a:pt x="1073" y="617"/>
                    <a:pt x="1" y="1689"/>
                    <a:pt x="1" y="3013"/>
                  </a:cubicBezTo>
                  <a:cubicBezTo>
                    <a:pt x="1" y="4337"/>
                    <a:pt x="1073" y="5410"/>
                    <a:pt x="2397" y="5410"/>
                  </a:cubicBezTo>
                  <a:cubicBezTo>
                    <a:pt x="3721" y="5410"/>
                    <a:pt x="4817" y="4337"/>
                    <a:pt x="4817" y="3013"/>
                  </a:cubicBezTo>
                  <a:lnTo>
                    <a:pt x="18626" y="3013"/>
                  </a:lnTo>
                  <a:cubicBezTo>
                    <a:pt x="18626" y="4679"/>
                    <a:pt x="19973" y="6026"/>
                    <a:pt x="21639" y="6026"/>
                  </a:cubicBezTo>
                  <a:cubicBezTo>
                    <a:pt x="23305" y="6026"/>
                    <a:pt x="24652" y="4679"/>
                    <a:pt x="24652" y="3013"/>
                  </a:cubicBezTo>
                  <a:cubicBezTo>
                    <a:pt x="24652" y="1347"/>
                    <a:pt x="23305" y="0"/>
                    <a:pt x="21639" y="0"/>
                  </a:cubicBezTo>
                  <a:close/>
                </a:path>
              </a:pathLst>
            </a:custGeom>
            <a:gradFill>
              <a:gsLst>
                <a:gs pos="0">
                  <a:schemeClr val="accent1"/>
                </a:gs>
                <a:gs pos="100000">
                  <a:schemeClr val="accent3"/>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36"/>
            <p:cNvSpPr/>
            <p:nvPr/>
          </p:nvSpPr>
          <p:spPr>
            <a:xfrm>
              <a:off x="5762975" y="3542525"/>
              <a:ext cx="736150" cy="150675"/>
            </a:xfrm>
            <a:custGeom>
              <a:avLst/>
              <a:gdLst/>
              <a:ahLst/>
              <a:cxnLst/>
              <a:rect l="l" t="t" r="r" b="b"/>
              <a:pathLst>
                <a:path w="29446" h="6027" extrusionOk="0">
                  <a:moveTo>
                    <a:pt x="26455" y="1"/>
                  </a:moveTo>
                  <a:cubicBezTo>
                    <a:pt x="24994" y="1"/>
                    <a:pt x="23785" y="1028"/>
                    <a:pt x="23511" y="2420"/>
                  </a:cubicBezTo>
                  <a:lnTo>
                    <a:pt x="4725" y="2420"/>
                  </a:lnTo>
                  <a:cubicBezTo>
                    <a:pt x="4452" y="1370"/>
                    <a:pt x="3516" y="617"/>
                    <a:pt x="2397" y="617"/>
                  </a:cubicBezTo>
                  <a:cubicBezTo>
                    <a:pt x="1073" y="617"/>
                    <a:pt x="1" y="1690"/>
                    <a:pt x="1" y="3014"/>
                  </a:cubicBezTo>
                  <a:cubicBezTo>
                    <a:pt x="1" y="4338"/>
                    <a:pt x="1073" y="5410"/>
                    <a:pt x="2397" y="5410"/>
                  </a:cubicBezTo>
                  <a:cubicBezTo>
                    <a:pt x="3721" y="5410"/>
                    <a:pt x="4817" y="4338"/>
                    <a:pt x="4817" y="3014"/>
                  </a:cubicBezTo>
                  <a:lnTo>
                    <a:pt x="23442" y="3014"/>
                  </a:lnTo>
                  <a:cubicBezTo>
                    <a:pt x="23442" y="4680"/>
                    <a:pt x="24789" y="6027"/>
                    <a:pt x="26455" y="6027"/>
                  </a:cubicBezTo>
                  <a:cubicBezTo>
                    <a:pt x="28099" y="6027"/>
                    <a:pt x="29445" y="4680"/>
                    <a:pt x="29445" y="3014"/>
                  </a:cubicBezTo>
                  <a:cubicBezTo>
                    <a:pt x="29445" y="1347"/>
                    <a:pt x="28099" y="1"/>
                    <a:pt x="26455" y="1"/>
                  </a:cubicBezTo>
                  <a:close/>
                </a:path>
              </a:pathLst>
            </a:custGeom>
            <a:gradFill>
              <a:gsLst>
                <a:gs pos="0">
                  <a:schemeClr val="accent1"/>
                </a:gs>
                <a:gs pos="100000">
                  <a:schemeClr val="accent3"/>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36"/>
            <p:cNvSpPr/>
            <p:nvPr/>
          </p:nvSpPr>
          <p:spPr>
            <a:xfrm>
              <a:off x="5822900" y="3798175"/>
              <a:ext cx="421150" cy="180350"/>
            </a:xfrm>
            <a:custGeom>
              <a:avLst/>
              <a:gdLst/>
              <a:ahLst/>
              <a:cxnLst/>
              <a:rect l="l" t="t" r="r" b="b"/>
              <a:pathLst>
                <a:path w="16846" h="7214" extrusionOk="0">
                  <a:moveTo>
                    <a:pt x="13239" y="0"/>
                  </a:moveTo>
                  <a:cubicBezTo>
                    <a:pt x="11436" y="0"/>
                    <a:pt x="9975" y="1301"/>
                    <a:pt x="9678" y="3013"/>
                  </a:cubicBezTo>
                  <a:lnTo>
                    <a:pt x="3493" y="3013"/>
                  </a:lnTo>
                  <a:cubicBezTo>
                    <a:pt x="3264" y="2306"/>
                    <a:pt x="2602" y="1804"/>
                    <a:pt x="1803" y="1804"/>
                  </a:cubicBezTo>
                  <a:cubicBezTo>
                    <a:pt x="822" y="1804"/>
                    <a:pt x="0" y="2603"/>
                    <a:pt x="0" y="3607"/>
                  </a:cubicBezTo>
                  <a:cubicBezTo>
                    <a:pt x="0" y="4611"/>
                    <a:pt x="822" y="5410"/>
                    <a:pt x="1803" y="5410"/>
                  </a:cubicBezTo>
                  <a:cubicBezTo>
                    <a:pt x="2808" y="5410"/>
                    <a:pt x="3607" y="4611"/>
                    <a:pt x="3607" y="3607"/>
                  </a:cubicBezTo>
                  <a:lnTo>
                    <a:pt x="9633" y="3607"/>
                  </a:lnTo>
                  <a:cubicBezTo>
                    <a:pt x="9633" y="5593"/>
                    <a:pt x="11230" y="7213"/>
                    <a:pt x="13239" y="7213"/>
                  </a:cubicBezTo>
                  <a:cubicBezTo>
                    <a:pt x="15225" y="7213"/>
                    <a:pt x="16845" y="5593"/>
                    <a:pt x="16845" y="3607"/>
                  </a:cubicBezTo>
                  <a:cubicBezTo>
                    <a:pt x="16845" y="1621"/>
                    <a:pt x="15225" y="0"/>
                    <a:pt x="13239" y="0"/>
                  </a:cubicBezTo>
                  <a:close/>
                </a:path>
              </a:pathLst>
            </a:custGeom>
            <a:gradFill>
              <a:gsLst>
                <a:gs pos="0">
                  <a:schemeClr val="accent1"/>
                </a:gs>
                <a:gs pos="100000">
                  <a:schemeClr val="accent3"/>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36"/>
            <p:cNvSpPr/>
            <p:nvPr/>
          </p:nvSpPr>
          <p:spPr>
            <a:xfrm>
              <a:off x="5913050" y="3963650"/>
              <a:ext cx="150675" cy="150100"/>
            </a:xfrm>
            <a:custGeom>
              <a:avLst/>
              <a:gdLst/>
              <a:ahLst/>
              <a:cxnLst/>
              <a:rect l="l" t="t" r="r" b="b"/>
              <a:pathLst>
                <a:path w="6027" h="6004" extrusionOk="0">
                  <a:moveTo>
                    <a:pt x="3014" y="1"/>
                  </a:moveTo>
                  <a:cubicBezTo>
                    <a:pt x="1347" y="1"/>
                    <a:pt x="1" y="1347"/>
                    <a:pt x="1" y="2991"/>
                  </a:cubicBezTo>
                  <a:cubicBezTo>
                    <a:pt x="1" y="4657"/>
                    <a:pt x="1347" y="6004"/>
                    <a:pt x="3014" y="6004"/>
                  </a:cubicBezTo>
                  <a:cubicBezTo>
                    <a:pt x="4680" y="6004"/>
                    <a:pt x="6027" y="4657"/>
                    <a:pt x="6027" y="2991"/>
                  </a:cubicBezTo>
                  <a:cubicBezTo>
                    <a:pt x="6027" y="1347"/>
                    <a:pt x="4680" y="1"/>
                    <a:pt x="3014" y="1"/>
                  </a:cubicBezTo>
                  <a:close/>
                </a:path>
              </a:pathLst>
            </a:custGeom>
            <a:gradFill>
              <a:gsLst>
                <a:gs pos="0">
                  <a:schemeClr val="accent1"/>
                </a:gs>
                <a:gs pos="100000">
                  <a:schemeClr val="accent3"/>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36"/>
            <p:cNvSpPr/>
            <p:nvPr/>
          </p:nvSpPr>
          <p:spPr>
            <a:xfrm>
              <a:off x="5822900" y="4113725"/>
              <a:ext cx="376075" cy="120425"/>
            </a:xfrm>
            <a:custGeom>
              <a:avLst/>
              <a:gdLst/>
              <a:ahLst/>
              <a:cxnLst/>
              <a:rect l="l" t="t" r="r" b="b"/>
              <a:pathLst>
                <a:path w="15043" h="4817" extrusionOk="0">
                  <a:moveTo>
                    <a:pt x="2420" y="1"/>
                  </a:moveTo>
                  <a:cubicBezTo>
                    <a:pt x="1073" y="1"/>
                    <a:pt x="0" y="1074"/>
                    <a:pt x="0" y="2397"/>
                  </a:cubicBezTo>
                  <a:cubicBezTo>
                    <a:pt x="0" y="3721"/>
                    <a:pt x="1073" y="4817"/>
                    <a:pt x="2420" y="4817"/>
                  </a:cubicBezTo>
                  <a:cubicBezTo>
                    <a:pt x="3538" y="4817"/>
                    <a:pt x="4474" y="4041"/>
                    <a:pt x="4748" y="3014"/>
                  </a:cubicBezTo>
                  <a:lnTo>
                    <a:pt x="11527" y="3014"/>
                  </a:lnTo>
                  <a:cubicBezTo>
                    <a:pt x="11778" y="3699"/>
                    <a:pt x="12440" y="4201"/>
                    <a:pt x="13239" y="4201"/>
                  </a:cubicBezTo>
                  <a:cubicBezTo>
                    <a:pt x="14220" y="4201"/>
                    <a:pt x="15042" y="3402"/>
                    <a:pt x="15042" y="2397"/>
                  </a:cubicBezTo>
                  <a:cubicBezTo>
                    <a:pt x="15042" y="1416"/>
                    <a:pt x="14220" y="594"/>
                    <a:pt x="13239" y="594"/>
                  </a:cubicBezTo>
                  <a:cubicBezTo>
                    <a:pt x="12235" y="594"/>
                    <a:pt x="11436" y="1416"/>
                    <a:pt x="11436" y="2397"/>
                  </a:cubicBezTo>
                  <a:lnTo>
                    <a:pt x="4816" y="2397"/>
                  </a:lnTo>
                  <a:cubicBezTo>
                    <a:pt x="4816" y="1074"/>
                    <a:pt x="3744" y="1"/>
                    <a:pt x="2420" y="1"/>
                  </a:cubicBezTo>
                  <a:close/>
                </a:path>
              </a:pathLst>
            </a:custGeom>
            <a:gradFill>
              <a:gsLst>
                <a:gs pos="0">
                  <a:schemeClr val="accent1"/>
                </a:gs>
                <a:gs pos="100000">
                  <a:schemeClr val="accent3"/>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36"/>
            <p:cNvSpPr/>
            <p:nvPr/>
          </p:nvSpPr>
          <p:spPr>
            <a:xfrm>
              <a:off x="5777825" y="4279225"/>
              <a:ext cx="586050" cy="90175"/>
            </a:xfrm>
            <a:custGeom>
              <a:avLst/>
              <a:gdLst/>
              <a:ahLst/>
              <a:cxnLst/>
              <a:rect l="l" t="t" r="r" b="b"/>
              <a:pathLst>
                <a:path w="23442" h="3607" extrusionOk="0">
                  <a:moveTo>
                    <a:pt x="1803" y="0"/>
                  </a:moveTo>
                  <a:cubicBezTo>
                    <a:pt x="822" y="0"/>
                    <a:pt x="0" y="799"/>
                    <a:pt x="0" y="1803"/>
                  </a:cubicBezTo>
                  <a:cubicBezTo>
                    <a:pt x="0" y="2785"/>
                    <a:pt x="822" y="3607"/>
                    <a:pt x="1803" y="3607"/>
                  </a:cubicBezTo>
                  <a:cubicBezTo>
                    <a:pt x="2602" y="3607"/>
                    <a:pt x="3264" y="3104"/>
                    <a:pt x="3492" y="2397"/>
                  </a:cubicBezTo>
                  <a:lnTo>
                    <a:pt x="19949" y="2397"/>
                  </a:lnTo>
                  <a:cubicBezTo>
                    <a:pt x="20200" y="3104"/>
                    <a:pt x="20862" y="3607"/>
                    <a:pt x="21638" y="3607"/>
                  </a:cubicBezTo>
                  <a:cubicBezTo>
                    <a:pt x="22643" y="3607"/>
                    <a:pt x="23442" y="2785"/>
                    <a:pt x="23442" y="1803"/>
                  </a:cubicBezTo>
                  <a:cubicBezTo>
                    <a:pt x="23442" y="799"/>
                    <a:pt x="22643" y="0"/>
                    <a:pt x="21638" y="0"/>
                  </a:cubicBezTo>
                  <a:cubicBezTo>
                    <a:pt x="20657" y="0"/>
                    <a:pt x="19835" y="799"/>
                    <a:pt x="19835" y="1803"/>
                  </a:cubicBezTo>
                  <a:lnTo>
                    <a:pt x="3606" y="1803"/>
                  </a:lnTo>
                  <a:cubicBezTo>
                    <a:pt x="3606" y="799"/>
                    <a:pt x="2808" y="0"/>
                    <a:pt x="1803" y="0"/>
                  </a:cubicBezTo>
                  <a:close/>
                </a:path>
              </a:pathLst>
            </a:custGeom>
            <a:gradFill>
              <a:gsLst>
                <a:gs pos="0">
                  <a:schemeClr val="accent1"/>
                </a:gs>
                <a:gs pos="100000">
                  <a:schemeClr val="accent3"/>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36"/>
            <p:cNvSpPr/>
            <p:nvPr/>
          </p:nvSpPr>
          <p:spPr>
            <a:xfrm>
              <a:off x="5867975" y="2535925"/>
              <a:ext cx="676225" cy="119875"/>
            </a:xfrm>
            <a:custGeom>
              <a:avLst/>
              <a:gdLst/>
              <a:ahLst/>
              <a:cxnLst/>
              <a:rect l="l" t="t" r="r" b="b"/>
              <a:pathLst>
                <a:path w="27049" h="4795" extrusionOk="0">
                  <a:moveTo>
                    <a:pt x="24652" y="1"/>
                  </a:moveTo>
                  <a:cubicBezTo>
                    <a:pt x="23328" y="1"/>
                    <a:pt x="22255" y="1074"/>
                    <a:pt x="22255" y="2398"/>
                  </a:cubicBezTo>
                  <a:lnTo>
                    <a:pt x="2991" y="2398"/>
                  </a:lnTo>
                  <a:cubicBezTo>
                    <a:pt x="2854" y="1713"/>
                    <a:pt x="2237" y="1188"/>
                    <a:pt x="1507" y="1188"/>
                  </a:cubicBezTo>
                  <a:cubicBezTo>
                    <a:pt x="685" y="1188"/>
                    <a:pt x="0" y="1873"/>
                    <a:pt x="0" y="2694"/>
                  </a:cubicBezTo>
                  <a:cubicBezTo>
                    <a:pt x="0" y="3539"/>
                    <a:pt x="685" y="4201"/>
                    <a:pt x="1507" y="4201"/>
                  </a:cubicBezTo>
                  <a:cubicBezTo>
                    <a:pt x="2237" y="4201"/>
                    <a:pt x="2854" y="3676"/>
                    <a:pt x="2991" y="2991"/>
                  </a:cubicBezTo>
                  <a:lnTo>
                    <a:pt x="22324" y="2991"/>
                  </a:lnTo>
                  <a:cubicBezTo>
                    <a:pt x="22598" y="4041"/>
                    <a:pt x="23533" y="4794"/>
                    <a:pt x="24652" y="4794"/>
                  </a:cubicBezTo>
                  <a:cubicBezTo>
                    <a:pt x="25976" y="4794"/>
                    <a:pt x="27048" y="3721"/>
                    <a:pt x="27048" y="2398"/>
                  </a:cubicBezTo>
                  <a:cubicBezTo>
                    <a:pt x="27048" y="1074"/>
                    <a:pt x="25976" y="1"/>
                    <a:pt x="24652" y="1"/>
                  </a:cubicBezTo>
                  <a:close/>
                </a:path>
              </a:pathLst>
            </a:custGeom>
            <a:gradFill>
              <a:gsLst>
                <a:gs pos="0">
                  <a:schemeClr val="accent1"/>
                </a:gs>
                <a:gs pos="100000">
                  <a:schemeClr val="accent3"/>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36"/>
            <p:cNvSpPr/>
            <p:nvPr/>
          </p:nvSpPr>
          <p:spPr>
            <a:xfrm>
              <a:off x="5793225" y="3392450"/>
              <a:ext cx="750975" cy="150100"/>
            </a:xfrm>
            <a:custGeom>
              <a:avLst/>
              <a:gdLst/>
              <a:ahLst/>
              <a:cxnLst/>
              <a:rect l="l" t="t" r="r" b="b"/>
              <a:pathLst>
                <a:path w="30039" h="6004" extrusionOk="0">
                  <a:moveTo>
                    <a:pt x="2990" y="1"/>
                  </a:moveTo>
                  <a:cubicBezTo>
                    <a:pt x="1347" y="1"/>
                    <a:pt x="0" y="1347"/>
                    <a:pt x="0" y="2991"/>
                  </a:cubicBezTo>
                  <a:cubicBezTo>
                    <a:pt x="0" y="4657"/>
                    <a:pt x="1347" y="6004"/>
                    <a:pt x="2990" y="6004"/>
                  </a:cubicBezTo>
                  <a:cubicBezTo>
                    <a:pt x="4451" y="6004"/>
                    <a:pt x="5661" y="4977"/>
                    <a:pt x="5935" y="3607"/>
                  </a:cubicBezTo>
                  <a:lnTo>
                    <a:pt x="25314" y="3607"/>
                  </a:lnTo>
                  <a:cubicBezTo>
                    <a:pt x="25588" y="4634"/>
                    <a:pt x="26523" y="5410"/>
                    <a:pt x="27642" y="5410"/>
                  </a:cubicBezTo>
                  <a:cubicBezTo>
                    <a:pt x="28966" y="5410"/>
                    <a:pt x="30038" y="4337"/>
                    <a:pt x="30038" y="2991"/>
                  </a:cubicBezTo>
                  <a:cubicBezTo>
                    <a:pt x="30038" y="1667"/>
                    <a:pt x="28966" y="594"/>
                    <a:pt x="27642" y="594"/>
                  </a:cubicBezTo>
                  <a:cubicBezTo>
                    <a:pt x="26318" y="594"/>
                    <a:pt x="25245" y="1667"/>
                    <a:pt x="25245" y="2991"/>
                  </a:cubicBezTo>
                  <a:lnTo>
                    <a:pt x="6003" y="2991"/>
                  </a:lnTo>
                  <a:cubicBezTo>
                    <a:pt x="6003" y="1347"/>
                    <a:pt x="4657" y="1"/>
                    <a:pt x="2990" y="1"/>
                  </a:cubicBezTo>
                  <a:close/>
                </a:path>
              </a:pathLst>
            </a:custGeom>
            <a:gradFill>
              <a:gsLst>
                <a:gs pos="0">
                  <a:schemeClr val="accent1"/>
                </a:gs>
                <a:gs pos="100000">
                  <a:schemeClr val="accent3"/>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 name="Google Shape;185;p36"/>
            <p:cNvSpPr/>
            <p:nvPr/>
          </p:nvSpPr>
          <p:spPr>
            <a:xfrm>
              <a:off x="5913050" y="3241800"/>
              <a:ext cx="616300" cy="150675"/>
            </a:xfrm>
            <a:custGeom>
              <a:avLst/>
              <a:gdLst/>
              <a:ahLst/>
              <a:cxnLst/>
              <a:rect l="l" t="t" r="r" b="b"/>
              <a:pathLst>
                <a:path w="24652" h="6027" extrusionOk="0">
                  <a:moveTo>
                    <a:pt x="3014" y="1"/>
                  </a:moveTo>
                  <a:cubicBezTo>
                    <a:pt x="1347" y="1"/>
                    <a:pt x="1" y="1348"/>
                    <a:pt x="1" y="3014"/>
                  </a:cubicBezTo>
                  <a:cubicBezTo>
                    <a:pt x="1" y="4680"/>
                    <a:pt x="1347" y="6027"/>
                    <a:pt x="3014" y="6027"/>
                  </a:cubicBezTo>
                  <a:cubicBezTo>
                    <a:pt x="4474" y="6027"/>
                    <a:pt x="5684" y="5000"/>
                    <a:pt x="5958" y="3607"/>
                  </a:cubicBezTo>
                  <a:lnTo>
                    <a:pt x="20543" y="3607"/>
                  </a:lnTo>
                  <a:cubicBezTo>
                    <a:pt x="20795" y="4497"/>
                    <a:pt x="21593" y="5114"/>
                    <a:pt x="22552" y="5114"/>
                  </a:cubicBezTo>
                  <a:cubicBezTo>
                    <a:pt x="23716" y="5114"/>
                    <a:pt x="24652" y="4178"/>
                    <a:pt x="24652" y="3014"/>
                  </a:cubicBezTo>
                  <a:cubicBezTo>
                    <a:pt x="24652" y="1850"/>
                    <a:pt x="23716" y="914"/>
                    <a:pt x="22552" y="914"/>
                  </a:cubicBezTo>
                  <a:cubicBezTo>
                    <a:pt x="21388" y="914"/>
                    <a:pt x="20452" y="1850"/>
                    <a:pt x="20452" y="3014"/>
                  </a:cubicBezTo>
                  <a:lnTo>
                    <a:pt x="6027" y="3014"/>
                  </a:lnTo>
                  <a:cubicBezTo>
                    <a:pt x="6027" y="1348"/>
                    <a:pt x="4680" y="1"/>
                    <a:pt x="3014" y="1"/>
                  </a:cubicBezTo>
                  <a:close/>
                </a:path>
              </a:pathLst>
            </a:custGeom>
            <a:gradFill>
              <a:gsLst>
                <a:gs pos="0">
                  <a:schemeClr val="accent1"/>
                </a:gs>
                <a:gs pos="100000">
                  <a:schemeClr val="accent3"/>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36"/>
            <p:cNvSpPr/>
            <p:nvPr/>
          </p:nvSpPr>
          <p:spPr>
            <a:xfrm>
              <a:off x="6063700" y="3091725"/>
              <a:ext cx="405750" cy="180350"/>
            </a:xfrm>
            <a:custGeom>
              <a:avLst/>
              <a:gdLst/>
              <a:ahLst/>
              <a:cxnLst/>
              <a:rect l="l" t="t" r="r" b="b"/>
              <a:pathLst>
                <a:path w="16230" h="7214" extrusionOk="0">
                  <a:moveTo>
                    <a:pt x="3607" y="1"/>
                  </a:moveTo>
                  <a:cubicBezTo>
                    <a:pt x="1598" y="1"/>
                    <a:pt x="1" y="1621"/>
                    <a:pt x="1" y="3607"/>
                  </a:cubicBezTo>
                  <a:cubicBezTo>
                    <a:pt x="1" y="5593"/>
                    <a:pt x="1598" y="7214"/>
                    <a:pt x="3607" y="7214"/>
                  </a:cubicBezTo>
                  <a:cubicBezTo>
                    <a:pt x="5593" y="7214"/>
                    <a:pt x="7213" y="5593"/>
                    <a:pt x="7213" y="3607"/>
                  </a:cubicBezTo>
                  <a:lnTo>
                    <a:pt x="12029" y="3607"/>
                  </a:lnTo>
                  <a:cubicBezTo>
                    <a:pt x="12189" y="4634"/>
                    <a:pt x="13057" y="5410"/>
                    <a:pt x="14129" y="5410"/>
                  </a:cubicBezTo>
                  <a:cubicBezTo>
                    <a:pt x="15271" y="5410"/>
                    <a:pt x="16229" y="4475"/>
                    <a:pt x="16229" y="3310"/>
                  </a:cubicBezTo>
                  <a:cubicBezTo>
                    <a:pt x="16229" y="2146"/>
                    <a:pt x="15271" y="1211"/>
                    <a:pt x="14129" y="1211"/>
                  </a:cubicBezTo>
                  <a:cubicBezTo>
                    <a:pt x="13057" y="1211"/>
                    <a:pt x="12189" y="1987"/>
                    <a:pt x="12029" y="3014"/>
                  </a:cubicBezTo>
                  <a:lnTo>
                    <a:pt x="7145" y="3014"/>
                  </a:lnTo>
                  <a:cubicBezTo>
                    <a:pt x="6871" y="1302"/>
                    <a:pt x="5387" y="1"/>
                    <a:pt x="3607" y="1"/>
                  </a:cubicBezTo>
                  <a:close/>
                </a:path>
              </a:pathLst>
            </a:custGeom>
            <a:gradFill>
              <a:gsLst>
                <a:gs pos="0">
                  <a:schemeClr val="accent1"/>
                </a:gs>
                <a:gs pos="100000">
                  <a:schemeClr val="accent3"/>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7" name="Google Shape;187;p36"/>
          <p:cNvGrpSpPr/>
          <p:nvPr/>
        </p:nvGrpSpPr>
        <p:grpSpPr>
          <a:xfrm>
            <a:off x="2421409" y="4045315"/>
            <a:ext cx="350079" cy="350079"/>
            <a:chOff x="3497300" y="3227275"/>
            <a:chExt cx="296175" cy="296175"/>
          </a:xfrm>
        </p:grpSpPr>
        <p:sp>
          <p:nvSpPr>
            <p:cNvPr id="188" name="Google Shape;188;p36"/>
            <p:cNvSpPr/>
            <p:nvPr/>
          </p:nvSpPr>
          <p:spPr>
            <a:xfrm>
              <a:off x="3609925" y="3339900"/>
              <a:ext cx="69350" cy="68550"/>
            </a:xfrm>
            <a:custGeom>
              <a:avLst/>
              <a:gdLst/>
              <a:ahLst/>
              <a:cxnLst/>
              <a:rect l="l" t="t" r="r" b="b"/>
              <a:pathLst>
                <a:path w="2774" h="2742" extrusionOk="0">
                  <a:moveTo>
                    <a:pt x="1387" y="1"/>
                  </a:moveTo>
                  <a:cubicBezTo>
                    <a:pt x="631" y="1"/>
                    <a:pt x="1" y="631"/>
                    <a:pt x="1" y="1355"/>
                  </a:cubicBezTo>
                  <a:cubicBezTo>
                    <a:pt x="1" y="2112"/>
                    <a:pt x="631" y="2742"/>
                    <a:pt x="1387" y="2742"/>
                  </a:cubicBezTo>
                  <a:cubicBezTo>
                    <a:pt x="2143" y="2742"/>
                    <a:pt x="2773" y="2112"/>
                    <a:pt x="2773" y="1355"/>
                  </a:cubicBezTo>
                  <a:cubicBezTo>
                    <a:pt x="2773" y="631"/>
                    <a:pt x="2143" y="1"/>
                    <a:pt x="1387" y="1"/>
                  </a:cubicBezTo>
                  <a:close/>
                </a:path>
              </a:pathLst>
            </a:custGeom>
            <a:solidFill>
              <a:srgbClr val="CCE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36"/>
            <p:cNvSpPr/>
            <p:nvPr/>
          </p:nvSpPr>
          <p:spPr>
            <a:xfrm>
              <a:off x="3531175" y="3227275"/>
              <a:ext cx="86650" cy="86675"/>
            </a:xfrm>
            <a:custGeom>
              <a:avLst/>
              <a:gdLst/>
              <a:ahLst/>
              <a:cxnLst/>
              <a:rect l="l" t="t" r="r" b="b"/>
              <a:pathLst>
                <a:path w="3466" h="3467" extrusionOk="0">
                  <a:moveTo>
                    <a:pt x="1733" y="1"/>
                  </a:moveTo>
                  <a:cubicBezTo>
                    <a:pt x="788" y="1"/>
                    <a:pt x="0" y="788"/>
                    <a:pt x="0" y="1733"/>
                  </a:cubicBezTo>
                  <a:cubicBezTo>
                    <a:pt x="0" y="2678"/>
                    <a:pt x="788" y="3466"/>
                    <a:pt x="1733" y="3466"/>
                  </a:cubicBezTo>
                  <a:cubicBezTo>
                    <a:pt x="2741" y="3466"/>
                    <a:pt x="3466" y="2678"/>
                    <a:pt x="3466" y="1733"/>
                  </a:cubicBezTo>
                  <a:cubicBezTo>
                    <a:pt x="3466" y="788"/>
                    <a:pt x="2678" y="1"/>
                    <a:pt x="1733" y="1"/>
                  </a:cubicBezTo>
                  <a:close/>
                </a:path>
              </a:pathLst>
            </a:custGeom>
            <a:solidFill>
              <a:srgbClr val="CCE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36"/>
            <p:cNvSpPr/>
            <p:nvPr/>
          </p:nvSpPr>
          <p:spPr>
            <a:xfrm>
              <a:off x="3670575" y="3227275"/>
              <a:ext cx="86675" cy="86675"/>
            </a:xfrm>
            <a:custGeom>
              <a:avLst/>
              <a:gdLst/>
              <a:ahLst/>
              <a:cxnLst/>
              <a:rect l="l" t="t" r="r" b="b"/>
              <a:pathLst>
                <a:path w="3467" h="3467" extrusionOk="0">
                  <a:moveTo>
                    <a:pt x="1733" y="1"/>
                  </a:moveTo>
                  <a:cubicBezTo>
                    <a:pt x="788" y="1"/>
                    <a:pt x="1" y="788"/>
                    <a:pt x="1" y="1733"/>
                  </a:cubicBezTo>
                  <a:cubicBezTo>
                    <a:pt x="1" y="2678"/>
                    <a:pt x="788" y="3466"/>
                    <a:pt x="1733" y="3466"/>
                  </a:cubicBezTo>
                  <a:cubicBezTo>
                    <a:pt x="2679" y="3466"/>
                    <a:pt x="3466" y="2678"/>
                    <a:pt x="3466" y="1733"/>
                  </a:cubicBezTo>
                  <a:cubicBezTo>
                    <a:pt x="3466" y="788"/>
                    <a:pt x="2679" y="1"/>
                    <a:pt x="1733" y="1"/>
                  </a:cubicBezTo>
                  <a:close/>
                </a:path>
              </a:pathLst>
            </a:custGeom>
            <a:solidFill>
              <a:srgbClr val="CCE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36"/>
            <p:cNvSpPr/>
            <p:nvPr/>
          </p:nvSpPr>
          <p:spPr>
            <a:xfrm>
              <a:off x="3622525" y="3421825"/>
              <a:ext cx="41775" cy="25225"/>
            </a:xfrm>
            <a:custGeom>
              <a:avLst/>
              <a:gdLst/>
              <a:ahLst/>
              <a:cxnLst/>
              <a:rect l="l" t="t" r="r" b="b"/>
              <a:pathLst>
                <a:path w="1671" h="1009" extrusionOk="0">
                  <a:moveTo>
                    <a:pt x="1" y="0"/>
                  </a:moveTo>
                  <a:lnTo>
                    <a:pt x="851" y="1008"/>
                  </a:lnTo>
                  <a:lnTo>
                    <a:pt x="1671" y="0"/>
                  </a:lnTo>
                  <a:lnTo>
                    <a:pt x="1671" y="0"/>
                  </a:lnTo>
                  <a:cubicBezTo>
                    <a:pt x="1450" y="126"/>
                    <a:pt x="1167" y="158"/>
                    <a:pt x="851" y="158"/>
                  </a:cubicBezTo>
                  <a:cubicBezTo>
                    <a:pt x="568" y="158"/>
                    <a:pt x="284" y="95"/>
                    <a:pt x="1" y="0"/>
                  </a:cubicBezTo>
                  <a:close/>
                </a:path>
              </a:pathLst>
            </a:custGeom>
            <a:solidFill>
              <a:srgbClr val="CCE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36"/>
            <p:cNvSpPr/>
            <p:nvPr/>
          </p:nvSpPr>
          <p:spPr>
            <a:xfrm>
              <a:off x="3566600" y="3416300"/>
              <a:ext cx="70125" cy="106350"/>
            </a:xfrm>
            <a:custGeom>
              <a:avLst/>
              <a:gdLst/>
              <a:ahLst/>
              <a:cxnLst/>
              <a:rect l="l" t="t" r="r" b="b"/>
              <a:pathLst>
                <a:path w="2805" h="4254" extrusionOk="0">
                  <a:moveTo>
                    <a:pt x="1261" y="1"/>
                  </a:moveTo>
                  <a:cubicBezTo>
                    <a:pt x="474" y="599"/>
                    <a:pt x="1" y="1513"/>
                    <a:pt x="1" y="2490"/>
                  </a:cubicBezTo>
                  <a:lnTo>
                    <a:pt x="1" y="3907"/>
                  </a:lnTo>
                  <a:cubicBezTo>
                    <a:pt x="1" y="4096"/>
                    <a:pt x="158" y="4254"/>
                    <a:pt x="379" y="4254"/>
                  </a:cubicBezTo>
                  <a:lnTo>
                    <a:pt x="2805" y="4254"/>
                  </a:lnTo>
                  <a:lnTo>
                    <a:pt x="2805" y="1891"/>
                  </a:lnTo>
                  <a:lnTo>
                    <a:pt x="1261" y="1"/>
                  </a:lnTo>
                  <a:close/>
                </a:path>
              </a:pathLst>
            </a:custGeom>
            <a:solidFill>
              <a:srgbClr val="CCE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36"/>
            <p:cNvSpPr/>
            <p:nvPr/>
          </p:nvSpPr>
          <p:spPr>
            <a:xfrm>
              <a:off x="3653250" y="3417100"/>
              <a:ext cx="70125" cy="106350"/>
            </a:xfrm>
            <a:custGeom>
              <a:avLst/>
              <a:gdLst/>
              <a:ahLst/>
              <a:cxnLst/>
              <a:rect l="l" t="t" r="r" b="b"/>
              <a:pathLst>
                <a:path w="2805" h="4254" extrusionOk="0">
                  <a:moveTo>
                    <a:pt x="1544" y="0"/>
                  </a:moveTo>
                  <a:lnTo>
                    <a:pt x="1" y="1890"/>
                  </a:lnTo>
                  <a:lnTo>
                    <a:pt x="1" y="4253"/>
                  </a:lnTo>
                  <a:lnTo>
                    <a:pt x="2458" y="4253"/>
                  </a:lnTo>
                  <a:cubicBezTo>
                    <a:pt x="2647" y="4253"/>
                    <a:pt x="2804" y="4096"/>
                    <a:pt x="2804" y="3907"/>
                  </a:cubicBezTo>
                  <a:lnTo>
                    <a:pt x="2804" y="2489"/>
                  </a:lnTo>
                  <a:cubicBezTo>
                    <a:pt x="2773" y="1481"/>
                    <a:pt x="2300" y="567"/>
                    <a:pt x="1544" y="0"/>
                  </a:cubicBezTo>
                  <a:close/>
                </a:path>
              </a:pathLst>
            </a:custGeom>
            <a:solidFill>
              <a:srgbClr val="CCE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36"/>
            <p:cNvSpPr/>
            <p:nvPr/>
          </p:nvSpPr>
          <p:spPr>
            <a:xfrm>
              <a:off x="3655625" y="3310775"/>
              <a:ext cx="137850" cy="108700"/>
            </a:xfrm>
            <a:custGeom>
              <a:avLst/>
              <a:gdLst/>
              <a:ahLst/>
              <a:cxnLst/>
              <a:rect l="l" t="t" r="r" b="b"/>
              <a:pathLst>
                <a:path w="5514" h="4348" extrusionOk="0">
                  <a:moveTo>
                    <a:pt x="3686" y="1512"/>
                  </a:moveTo>
                  <a:cubicBezTo>
                    <a:pt x="3907" y="1512"/>
                    <a:pt x="4064" y="1670"/>
                    <a:pt x="4064" y="1859"/>
                  </a:cubicBezTo>
                  <a:cubicBezTo>
                    <a:pt x="4064" y="2048"/>
                    <a:pt x="3907" y="2205"/>
                    <a:pt x="3686" y="2205"/>
                  </a:cubicBezTo>
                  <a:lnTo>
                    <a:pt x="2993" y="2205"/>
                  </a:lnTo>
                  <a:cubicBezTo>
                    <a:pt x="2804" y="2205"/>
                    <a:pt x="2646" y="2048"/>
                    <a:pt x="2646" y="1859"/>
                  </a:cubicBezTo>
                  <a:cubicBezTo>
                    <a:pt x="2646" y="1670"/>
                    <a:pt x="2804" y="1512"/>
                    <a:pt x="2993" y="1512"/>
                  </a:cubicBezTo>
                  <a:close/>
                  <a:moveTo>
                    <a:pt x="4127" y="0"/>
                  </a:moveTo>
                  <a:cubicBezTo>
                    <a:pt x="3686" y="536"/>
                    <a:pt x="3056" y="851"/>
                    <a:pt x="2331" y="851"/>
                  </a:cubicBezTo>
                  <a:cubicBezTo>
                    <a:pt x="1607" y="851"/>
                    <a:pt x="977" y="504"/>
                    <a:pt x="536" y="63"/>
                  </a:cubicBezTo>
                  <a:cubicBezTo>
                    <a:pt x="347" y="221"/>
                    <a:pt x="158" y="378"/>
                    <a:pt x="0" y="567"/>
                  </a:cubicBezTo>
                  <a:cubicBezTo>
                    <a:pt x="945" y="756"/>
                    <a:pt x="1638" y="1575"/>
                    <a:pt x="1638" y="2615"/>
                  </a:cubicBezTo>
                  <a:cubicBezTo>
                    <a:pt x="1638" y="2930"/>
                    <a:pt x="1575" y="3214"/>
                    <a:pt x="1449" y="3466"/>
                  </a:cubicBezTo>
                  <a:cubicBezTo>
                    <a:pt x="1859" y="3718"/>
                    <a:pt x="2205" y="4001"/>
                    <a:pt x="2520" y="4348"/>
                  </a:cubicBezTo>
                  <a:lnTo>
                    <a:pt x="5167" y="4348"/>
                  </a:lnTo>
                  <a:cubicBezTo>
                    <a:pt x="5356" y="4348"/>
                    <a:pt x="5513" y="4190"/>
                    <a:pt x="5513" y="4001"/>
                  </a:cubicBezTo>
                  <a:lnTo>
                    <a:pt x="5513" y="2615"/>
                  </a:lnTo>
                  <a:cubicBezTo>
                    <a:pt x="5482" y="1512"/>
                    <a:pt x="4915" y="567"/>
                    <a:pt x="4127" y="0"/>
                  </a:cubicBezTo>
                  <a:close/>
                </a:path>
              </a:pathLst>
            </a:custGeom>
            <a:solidFill>
              <a:srgbClr val="CCE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6"/>
            <p:cNvSpPr/>
            <p:nvPr/>
          </p:nvSpPr>
          <p:spPr>
            <a:xfrm>
              <a:off x="3497300" y="3309975"/>
              <a:ext cx="136275" cy="108725"/>
            </a:xfrm>
            <a:custGeom>
              <a:avLst/>
              <a:gdLst/>
              <a:ahLst/>
              <a:cxnLst/>
              <a:rect l="l" t="t" r="r" b="b"/>
              <a:pathLst>
                <a:path w="5451" h="4349" extrusionOk="0">
                  <a:moveTo>
                    <a:pt x="2426" y="1544"/>
                  </a:moveTo>
                  <a:cubicBezTo>
                    <a:pt x="2615" y="1544"/>
                    <a:pt x="2773" y="1702"/>
                    <a:pt x="2773" y="1891"/>
                  </a:cubicBezTo>
                  <a:cubicBezTo>
                    <a:pt x="2773" y="2080"/>
                    <a:pt x="2615" y="2237"/>
                    <a:pt x="2426" y="2237"/>
                  </a:cubicBezTo>
                  <a:lnTo>
                    <a:pt x="1733" y="2237"/>
                  </a:lnTo>
                  <a:cubicBezTo>
                    <a:pt x="1513" y="2237"/>
                    <a:pt x="1355" y="2080"/>
                    <a:pt x="1355" y="1891"/>
                  </a:cubicBezTo>
                  <a:cubicBezTo>
                    <a:pt x="1355" y="1702"/>
                    <a:pt x="1513" y="1544"/>
                    <a:pt x="1733" y="1544"/>
                  </a:cubicBezTo>
                  <a:close/>
                  <a:moveTo>
                    <a:pt x="1324" y="1"/>
                  </a:moveTo>
                  <a:cubicBezTo>
                    <a:pt x="536" y="568"/>
                    <a:pt x="1" y="1513"/>
                    <a:pt x="1" y="2552"/>
                  </a:cubicBezTo>
                  <a:lnTo>
                    <a:pt x="1" y="3939"/>
                  </a:lnTo>
                  <a:cubicBezTo>
                    <a:pt x="1" y="4191"/>
                    <a:pt x="95" y="4348"/>
                    <a:pt x="316" y="4348"/>
                  </a:cubicBezTo>
                  <a:lnTo>
                    <a:pt x="2930" y="4348"/>
                  </a:lnTo>
                  <a:cubicBezTo>
                    <a:pt x="3214" y="3970"/>
                    <a:pt x="3561" y="3655"/>
                    <a:pt x="4002" y="3466"/>
                  </a:cubicBezTo>
                  <a:cubicBezTo>
                    <a:pt x="3876" y="3183"/>
                    <a:pt x="3813" y="2930"/>
                    <a:pt x="3813" y="2615"/>
                  </a:cubicBezTo>
                  <a:cubicBezTo>
                    <a:pt x="3813" y="1607"/>
                    <a:pt x="4506" y="757"/>
                    <a:pt x="5451" y="568"/>
                  </a:cubicBezTo>
                  <a:cubicBezTo>
                    <a:pt x="5293" y="347"/>
                    <a:pt x="5104" y="190"/>
                    <a:pt x="4915" y="32"/>
                  </a:cubicBezTo>
                  <a:cubicBezTo>
                    <a:pt x="4474" y="505"/>
                    <a:pt x="3844" y="820"/>
                    <a:pt x="3151" y="820"/>
                  </a:cubicBezTo>
                  <a:cubicBezTo>
                    <a:pt x="2426" y="820"/>
                    <a:pt x="1796" y="505"/>
                    <a:pt x="1324" y="1"/>
                  </a:cubicBezTo>
                  <a:close/>
                </a:path>
              </a:pathLst>
            </a:custGeom>
            <a:solidFill>
              <a:srgbClr val="CCEAF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199"/>
        <p:cNvGrpSpPr/>
        <p:nvPr/>
      </p:nvGrpSpPr>
      <p:grpSpPr>
        <a:xfrm>
          <a:off x="0" y="0"/>
          <a:ext cx="0" cy="0"/>
          <a:chOff x="0" y="0"/>
          <a:chExt cx="0" cy="0"/>
        </a:xfrm>
      </p:grpSpPr>
      <p:sp>
        <p:nvSpPr>
          <p:cNvPr id="200" name="Google Shape;200;p37"/>
          <p:cNvSpPr txBox="1">
            <a:spLocks noGrp="1"/>
          </p:cNvSpPr>
          <p:nvPr>
            <p:ph type="title"/>
          </p:nvPr>
        </p:nvSpPr>
        <p:spPr>
          <a:xfrm>
            <a:off x="3340350" y="1973250"/>
            <a:ext cx="5090400" cy="13971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Gene Details</a:t>
            </a:r>
            <a:endParaRPr dirty="0"/>
          </a:p>
        </p:txBody>
      </p:sp>
      <p:sp>
        <p:nvSpPr>
          <p:cNvPr id="201" name="Google Shape;201;p37"/>
          <p:cNvSpPr txBox="1">
            <a:spLocks noGrp="1"/>
          </p:cNvSpPr>
          <p:nvPr>
            <p:ph type="title" idx="2"/>
          </p:nvPr>
        </p:nvSpPr>
        <p:spPr>
          <a:xfrm>
            <a:off x="713225" y="539500"/>
            <a:ext cx="2485500" cy="156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02" name="Google Shape;202;p37"/>
          <p:cNvSpPr/>
          <p:nvPr/>
        </p:nvSpPr>
        <p:spPr>
          <a:xfrm>
            <a:off x="-881150" y="2107300"/>
            <a:ext cx="4079904" cy="8167457"/>
          </a:xfrm>
          <a:custGeom>
            <a:avLst/>
            <a:gdLst/>
            <a:ahLst/>
            <a:cxnLst/>
            <a:rect l="l" t="t" r="r" b="b"/>
            <a:pathLst>
              <a:path w="13334" h="26693" extrusionOk="0">
                <a:moveTo>
                  <a:pt x="8898" y="5565"/>
                </a:moveTo>
                <a:cubicBezTo>
                  <a:pt x="9249" y="5565"/>
                  <a:pt x="9524" y="5840"/>
                  <a:pt x="9524" y="6191"/>
                </a:cubicBezTo>
                <a:cubicBezTo>
                  <a:pt x="9524" y="6542"/>
                  <a:pt x="9249" y="6818"/>
                  <a:pt x="8898" y="6818"/>
                </a:cubicBezTo>
                <a:lnTo>
                  <a:pt x="6116" y="6818"/>
                </a:lnTo>
                <a:cubicBezTo>
                  <a:pt x="5765" y="6818"/>
                  <a:pt x="5489" y="6542"/>
                  <a:pt x="5489" y="6191"/>
                </a:cubicBezTo>
                <a:cubicBezTo>
                  <a:pt x="5489" y="5840"/>
                  <a:pt x="5765" y="5565"/>
                  <a:pt x="6116" y="5565"/>
                </a:cubicBezTo>
                <a:close/>
                <a:moveTo>
                  <a:pt x="8898" y="8898"/>
                </a:moveTo>
                <a:cubicBezTo>
                  <a:pt x="9249" y="8898"/>
                  <a:pt x="9524" y="9174"/>
                  <a:pt x="9524" y="9525"/>
                </a:cubicBezTo>
                <a:cubicBezTo>
                  <a:pt x="9524" y="9850"/>
                  <a:pt x="9249" y="10151"/>
                  <a:pt x="8898" y="10151"/>
                </a:cubicBezTo>
                <a:lnTo>
                  <a:pt x="6116" y="10151"/>
                </a:lnTo>
                <a:cubicBezTo>
                  <a:pt x="5765" y="10151"/>
                  <a:pt x="5489" y="9850"/>
                  <a:pt x="5489" y="9525"/>
                </a:cubicBezTo>
                <a:cubicBezTo>
                  <a:pt x="5489" y="9174"/>
                  <a:pt x="5765" y="8898"/>
                  <a:pt x="6116" y="8898"/>
                </a:cubicBezTo>
                <a:close/>
                <a:moveTo>
                  <a:pt x="8898" y="12206"/>
                </a:moveTo>
                <a:cubicBezTo>
                  <a:pt x="9249" y="12206"/>
                  <a:pt x="9524" y="12507"/>
                  <a:pt x="9524" y="12833"/>
                </a:cubicBezTo>
                <a:cubicBezTo>
                  <a:pt x="9524" y="13184"/>
                  <a:pt x="9249" y="13460"/>
                  <a:pt x="8898" y="13460"/>
                </a:cubicBezTo>
                <a:lnTo>
                  <a:pt x="6116" y="13460"/>
                </a:lnTo>
                <a:cubicBezTo>
                  <a:pt x="5765" y="13460"/>
                  <a:pt x="5489" y="13184"/>
                  <a:pt x="5489" y="12833"/>
                </a:cubicBezTo>
                <a:cubicBezTo>
                  <a:pt x="5489" y="12507"/>
                  <a:pt x="5765" y="12206"/>
                  <a:pt x="6116" y="12206"/>
                </a:cubicBezTo>
                <a:close/>
                <a:moveTo>
                  <a:pt x="8898" y="15540"/>
                </a:moveTo>
                <a:cubicBezTo>
                  <a:pt x="9249" y="15540"/>
                  <a:pt x="9524" y="15815"/>
                  <a:pt x="9524" y="16166"/>
                </a:cubicBezTo>
                <a:cubicBezTo>
                  <a:pt x="9524" y="16517"/>
                  <a:pt x="9249" y="16793"/>
                  <a:pt x="8898" y="16793"/>
                </a:cubicBezTo>
                <a:lnTo>
                  <a:pt x="6116" y="16793"/>
                </a:lnTo>
                <a:cubicBezTo>
                  <a:pt x="5765" y="16793"/>
                  <a:pt x="5489" y="16517"/>
                  <a:pt x="5489" y="16166"/>
                </a:cubicBezTo>
                <a:cubicBezTo>
                  <a:pt x="5489" y="15815"/>
                  <a:pt x="5765" y="15540"/>
                  <a:pt x="6116" y="15540"/>
                </a:cubicBezTo>
                <a:close/>
                <a:moveTo>
                  <a:pt x="8898" y="18873"/>
                </a:moveTo>
                <a:cubicBezTo>
                  <a:pt x="9249" y="18873"/>
                  <a:pt x="9524" y="19149"/>
                  <a:pt x="9524" y="19500"/>
                </a:cubicBezTo>
                <a:cubicBezTo>
                  <a:pt x="9524" y="19851"/>
                  <a:pt x="9249" y="20126"/>
                  <a:pt x="8898" y="20126"/>
                </a:cubicBezTo>
                <a:lnTo>
                  <a:pt x="6116" y="20126"/>
                </a:lnTo>
                <a:cubicBezTo>
                  <a:pt x="5765" y="20126"/>
                  <a:pt x="5489" y="19851"/>
                  <a:pt x="5489" y="19500"/>
                </a:cubicBezTo>
                <a:cubicBezTo>
                  <a:pt x="5489" y="19149"/>
                  <a:pt x="5765" y="18873"/>
                  <a:pt x="6116" y="18873"/>
                </a:cubicBezTo>
                <a:close/>
                <a:moveTo>
                  <a:pt x="8898" y="22206"/>
                </a:moveTo>
                <a:cubicBezTo>
                  <a:pt x="9249" y="22206"/>
                  <a:pt x="9524" y="22482"/>
                  <a:pt x="9524" y="22833"/>
                </a:cubicBezTo>
                <a:cubicBezTo>
                  <a:pt x="9524" y="23184"/>
                  <a:pt x="9249" y="23460"/>
                  <a:pt x="8898" y="23460"/>
                </a:cubicBezTo>
                <a:lnTo>
                  <a:pt x="6116" y="23460"/>
                </a:lnTo>
                <a:cubicBezTo>
                  <a:pt x="5765" y="23460"/>
                  <a:pt x="5489" y="23184"/>
                  <a:pt x="5489" y="22833"/>
                </a:cubicBezTo>
                <a:cubicBezTo>
                  <a:pt x="5489" y="22482"/>
                  <a:pt x="5765" y="22206"/>
                  <a:pt x="6116" y="22206"/>
                </a:cubicBezTo>
                <a:close/>
                <a:moveTo>
                  <a:pt x="0" y="1"/>
                </a:moveTo>
                <a:lnTo>
                  <a:pt x="0" y="26693"/>
                </a:lnTo>
                <a:lnTo>
                  <a:pt x="11579" y="26693"/>
                </a:lnTo>
                <a:lnTo>
                  <a:pt x="11579" y="2432"/>
                </a:lnTo>
                <a:lnTo>
                  <a:pt x="13334" y="1"/>
                </a:lnTo>
                <a:close/>
              </a:path>
            </a:pathLst>
          </a:custGeom>
          <a:gradFill>
            <a:gsLst>
              <a:gs pos="0">
                <a:schemeClr val="accent1"/>
              </a:gs>
              <a:gs pos="100000">
                <a:schemeClr val="accent3"/>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38"/>
          <p:cNvSpPr txBox="1">
            <a:spLocks noGrp="1"/>
          </p:cNvSpPr>
          <p:nvPr>
            <p:ph type="title"/>
          </p:nvPr>
        </p:nvSpPr>
        <p:spPr>
          <a:xfrm>
            <a:off x="713250" y="539500"/>
            <a:ext cx="77175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Archivo"/>
                <a:ea typeface="Archivo"/>
                <a:cs typeface="Archivo"/>
                <a:sym typeface="Archivo"/>
              </a:rPr>
              <a:t>What is </a:t>
            </a:r>
            <a:r>
              <a:rPr lang="en"/>
              <a:t>MDM2?</a:t>
            </a:r>
            <a:endParaRPr/>
          </a:p>
        </p:txBody>
      </p:sp>
      <p:sp>
        <p:nvSpPr>
          <p:cNvPr id="208" name="Google Shape;208;p38"/>
          <p:cNvSpPr txBox="1">
            <a:spLocks noGrp="1"/>
          </p:cNvSpPr>
          <p:nvPr>
            <p:ph type="subTitle" idx="1"/>
          </p:nvPr>
        </p:nvSpPr>
        <p:spPr>
          <a:xfrm>
            <a:off x="408425" y="1252500"/>
            <a:ext cx="7786800" cy="38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What does MDM2 code for?</a:t>
            </a:r>
            <a:endParaRPr b="1"/>
          </a:p>
          <a:p>
            <a:pPr marL="457200" lvl="0" indent="-330200" algn="l" rtl="0">
              <a:spcBef>
                <a:spcPts val="0"/>
              </a:spcBef>
              <a:spcAft>
                <a:spcPts val="0"/>
              </a:spcAft>
              <a:buSzPts val="1600"/>
              <a:buChar char="■"/>
            </a:pPr>
            <a:r>
              <a:rPr lang="en"/>
              <a:t>MDM2 (Murine Double Minute 2) gene encodes a protein regulating the activity of the p53 tumor suppressor protein. </a:t>
            </a:r>
            <a:endParaRPr/>
          </a:p>
          <a:p>
            <a:pPr marL="457200" lvl="0" indent="-342900" algn="l" rtl="0">
              <a:spcBef>
                <a:spcPts val="0"/>
              </a:spcBef>
              <a:spcAft>
                <a:spcPts val="0"/>
              </a:spcAft>
              <a:buSzPts val="1800"/>
              <a:buChar char="■"/>
            </a:pPr>
            <a:r>
              <a:rPr lang="en"/>
              <a:t>Maintains homeostatic control of p53 levels. </a:t>
            </a:r>
            <a:endParaRPr/>
          </a:p>
          <a:p>
            <a:pPr marL="0" lvl="0" indent="0" algn="l" rtl="0">
              <a:spcBef>
                <a:spcPts val="0"/>
              </a:spcBef>
              <a:spcAft>
                <a:spcPts val="0"/>
              </a:spcAft>
              <a:buNone/>
            </a:pPr>
            <a:endParaRPr/>
          </a:p>
          <a:p>
            <a:pPr marL="0" lvl="0" indent="0" algn="l" rtl="0">
              <a:spcBef>
                <a:spcPts val="0"/>
              </a:spcBef>
              <a:spcAft>
                <a:spcPts val="0"/>
              </a:spcAft>
              <a:buNone/>
            </a:pPr>
            <a:r>
              <a:rPr lang="en" b="1"/>
              <a:t>MDM2’s Role in Cancer?</a:t>
            </a:r>
            <a:endParaRPr b="1"/>
          </a:p>
          <a:p>
            <a:pPr marL="0" lvl="0" indent="0" algn="l" rtl="0">
              <a:spcBef>
                <a:spcPts val="0"/>
              </a:spcBef>
              <a:spcAft>
                <a:spcPts val="0"/>
              </a:spcAft>
              <a:buNone/>
            </a:pPr>
            <a:r>
              <a:rPr lang="en"/>
              <a:t>   Oncogenic Role When Amplified:</a:t>
            </a:r>
            <a:endParaRPr/>
          </a:p>
          <a:p>
            <a:pPr marL="457200" lvl="0" indent="-330200" algn="l" rtl="0">
              <a:spcBef>
                <a:spcPts val="0"/>
              </a:spcBef>
              <a:spcAft>
                <a:spcPts val="0"/>
              </a:spcAft>
              <a:buSzPts val="1600"/>
              <a:buChar char="■"/>
            </a:pPr>
            <a:r>
              <a:rPr lang="en"/>
              <a:t>Overexpression/amplification of MDM2 leads to </a:t>
            </a:r>
            <a:r>
              <a:rPr lang="en" b="1"/>
              <a:t>excessive degradation of p53</a:t>
            </a:r>
            <a:endParaRPr b="1"/>
          </a:p>
          <a:p>
            <a:pPr marL="457200" lvl="0" indent="-330200" algn="l" rtl="0">
              <a:spcBef>
                <a:spcPts val="0"/>
              </a:spcBef>
              <a:spcAft>
                <a:spcPts val="0"/>
              </a:spcAft>
              <a:buSzPts val="1600"/>
              <a:buChar char="■"/>
            </a:pPr>
            <a:r>
              <a:rPr lang="en"/>
              <a:t>Found in multiple </a:t>
            </a:r>
            <a:r>
              <a:rPr lang="en" b="1"/>
              <a:t>human cancers</a:t>
            </a:r>
            <a:r>
              <a:rPr lang="en"/>
              <a:t>: liposarcomas, breast, osteosarcoma, glioblastoma</a:t>
            </a:r>
            <a:endParaRPr/>
          </a:p>
          <a:p>
            <a:pPr marL="0" lvl="0" indent="0" algn="l" rtl="0">
              <a:spcBef>
                <a:spcPts val="0"/>
              </a:spcBef>
              <a:spcAft>
                <a:spcPts val="0"/>
              </a:spcAft>
              <a:buNone/>
            </a:pPr>
            <a:endParaRPr/>
          </a:p>
          <a:p>
            <a:pPr marL="0" lvl="0" indent="0" algn="l" rtl="0">
              <a:spcBef>
                <a:spcPts val="0"/>
              </a:spcBef>
              <a:spcAft>
                <a:spcPts val="0"/>
              </a:spcAft>
              <a:buNone/>
            </a:pPr>
            <a:r>
              <a:rPr lang="en"/>
              <a:t>   ERα Interaction in </a:t>
            </a:r>
            <a:r>
              <a:rPr lang="en" b="1"/>
              <a:t>Breast Cancer</a:t>
            </a:r>
            <a:r>
              <a:rPr lang="en"/>
              <a:t>:</a:t>
            </a:r>
            <a:endParaRPr/>
          </a:p>
          <a:p>
            <a:pPr marL="457200" lvl="0" indent="-330200" algn="l" rtl="0">
              <a:spcBef>
                <a:spcPts val="0"/>
              </a:spcBef>
              <a:spcAft>
                <a:spcPts val="0"/>
              </a:spcAft>
              <a:buSzPts val="1600"/>
              <a:buChar char="■"/>
            </a:pPr>
            <a:r>
              <a:rPr lang="en"/>
              <a:t>Estrogen receptor alpha (ERα) upregulates MDM2 via a p53-independent pathway</a:t>
            </a:r>
            <a:endParaRPr/>
          </a:p>
          <a:p>
            <a:pPr marL="457200" lvl="0" indent="-330200" algn="l" rtl="0">
              <a:spcBef>
                <a:spcPts val="0"/>
              </a:spcBef>
              <a:spcAft>
                <a:spcPts val="0"/>
              </a:spcAft>
              <a:buSzPts val="1600"/>
              <a:buChar char="■"/>
            </a:pPr>
            <a:r>
              <a:rPr lang="en"/>
              <a:t>MDM2 also degrades ERα through ubiquitination → complex feedback regulation</a:t>
            </a:r>
            <a:endParaRPr/>
          </a:p>
          <a:p>
            <a:pPr marL="457200" lvl="0" indent="-330200" algn="l" rtl="0">
              <a:spcBef>
                <a:spcPts val="0"/>
              </a:spcBef>
              <a:spcAft>
                <a:spcPts val="0"/>
              </a:spcAft>
              <a:buSzPts val="1600"/>
              <a:buChar char="■"/>
            </a:pPr>
            <a:r>
              <a:rPr lang="en"/>
              <a:t>Contributes to hormone-driven tumor progression</a:t>
            </a:r>
            <a:endParaRPr/>
          </a:p>
          <a:p>
            <a:pPr marL="0" lvl="0" indent="0" algn="l" rtl="0">
              <a:spcBef>
                <a:spcPts val="0"/>
              </a:spcBef>
              <a:spcAft>
                <a:spcPts val="0"/>
              </a:spcAft>
              <a:buNone/>
            </a:pPr>
            <a:endParaRPr/>
          </a:p>
          <a:p>
            <a:pPr marL="0" lvl="0" indent="0" algn="l" rtl="0">
              <a:spcBef>
                <a:spcPts val="0"/>
              </a:spcBef>
              <a:spcAft>
                <a:spcPts val="0"/>
              </a:spcAft>
              <a:buNone/>
            </a:pPr>
            <a:r>
              <a:rPr lang="en" sz="700">
                <a:solidFill>
                  <a:srgbClr val="9E9E9E"/>
                </a:solidFill>
              </a:rPr>
              <a:t>Wu L, Maki CG. MDM2: RING Finger Protein and Regulator of p53. In: Madame Curie Bioscience Database [Internet]. Austin (TX): Landes Bioscience; 2000-2013. </a:t>
            </a:r>
            <a:endParaRPr sz="700">
              <a:solidFill>
                <a:srgbClr val="9E9E9E"/>
              </a:solidFill>
            </a:endParaRPr>
          </a:p>
          <a:p>
            <a:pPr marL="0" lvl="0" indent="0" algn="l" rtl="0">
              <a:spcBef>
                <a:spcPts val="0"/>
              </a:spcBef>
              <a:spcAft>
                <a:spcPts val="0"/>
              </a:spcAft>
              <a:buNone/>
            </a:pPr>
            <a:r>
              <a:rPr lang="en" sz="700">
                <a:solidFill>
                  <a:srgbClr val="9E9E9E"/>
                </a:solidFill>
              </a:rPr>
              <a:t>Available from: https://www.ncbi.nlm.nih.gov/books/NBK6130/</a:t>
            </a:r>
            <a:endParaRPr sz="700">
              <a:solidFill>
                <a:srgbClr val="9E9E9E"/>
              </a:solidFill>
            </a:endParaRPr>
          </a:p>
          <a:p>
            <a:pPr marL="0" lvl="0" indent="0" algn="l" rtl="0">
              <a:spcBef>
                <a:spcPts val="0"/>
              </a:spcBef>
              <a:spcAft>
                <a:spcPts val="0"/>
              </a:spcAft>
              <a:buNone/>
            </a:pPr>
            <a:endParaRPr/>
          </a:p>
        </p:txBody>
      </p:sp>
      <p:sp>
        <p:nvSpPr>
          <p:cNvPr id="209" name="Google Shape;209;p38"/>
          <p:cNvSpPr/>
          <p:nvPr/>
        </p:nvSpPr>
        <p:spPr>
          <a:xfrm>
            <a:off x="713100" y="1112200"/>
            <a:ext cx="7717500" cy="61500"/>
          </a:xfrm>
          <a:prstGeom prst="rect">
            <a:avLst/>
          </a:prstGeom>
          <a:gradFill>
            <a:gsLst>
              <a:gs pos="0">
                <a:schemeClr val="accent1"/>
              </a:gs>
              <a:gs pos="100000">
                <a:schemeClr val="accent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38"/>
          <p:cNvSpPr/>
          <p:nvPr/>
        </p:nvSpPr>
        <p:spPr>
          <a:xfrm>
            <a:off x="6123463" y="-4690023"/>
            <a:ext cx="6291037" cy="12042362"/>
          </a:xfrm>
          <a:custGeom>
            <a:avLst/>
            <a:gdLst/>
            <a:ahLst/>
            <a:cxnLst/>
            <a:rect l="l" t="t" r="r" b="b"/>
            <a:pathLst>
              <a:path w="20177" h="38623" extrusionOk="0">
                <a:moveTo>
                  <a:pt x="8071" y="1"/>
                </a:moveTo>
                <a:cubicBezTo>
                  <a:pt x="7645" y="1"/>
                  <a:pt x="7319" y="327"/>
                  <a:pt x="7319" y="753"/>
                </a:cubicBezTo>
                <a:lnTo>
                  <a:pt x="7319" y="23033"/>
                </a:lnTo>
                <a:lnTo>
                  <a:pt x="753" y="35515"/>
                </a:lnTo>
                <a:cubicBezTo>
                  <a:pt x="1" y="36918"/>
                  <a:pt x="1028" y="38623"/>
                  <a:pt x="2632" y="38623"/>
                </a:cubicBezTo>
                <a:lnTo>
                  <a:pt x="17570" y="38623"/>
                </a:lnTo>
                <a:cubicBezTo>
                  <a:pt x="19149" y="38623"/>
                  <a:pt x="20176" y="36918"/>
                  <a:pt x="19449" y="35515"/>
                </a:cubicBezTo>
                <a:lnTo>
                  <a:pt x="12883" y="23033"/>
                </a:lnTo>
                <a:lnTo>
                  <a:pt x="12883" y="753"/>
                </a:lnTo>
                <a:cubicBezTo>
                  <a:pt x="12883" y="327"/>
                  <a:pt x="12532" y="1"/>
                  <a:pt x="12131" y="1"/>
                </a:cubicBezTo>
                <a:close/>
              </a:path>
            </a:pathLst>
          </a:custGeom>
          <a:gradFill>
            <a:gsLst>
              <a:gs pos="0">
                <a:schemeClr val="accent1"/>
              </a:gs>
              <a:gs pos="100000">
                <a:schemeClr val="accent3"/>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11" name="Google Shape;211;p38"/>
          <p:cNvPicPr preferRelativeResize="0"/>
          <p:nvPr/>
        </p:nvPicPr>
        <p:blipFill>
          <a:blip r:embed="rId3">
            <a:alphaModFix/>
          </a:blip>
          <a:stretch>
            <a:fillRect/>
          </a:stretch>
        </p:blipFill>
        <p:spPr>
          <a:xfrm>
            <a:off x="1039500" y="366700"/>
            <a:ext cx="6524625" cy="44100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1"/>
                                        </p:tgtEl>
                                        <p:attrNameLst>
                                          <p:attrName>style.visibility</p:attrName>
                                        </p:attrNameLst>
                                      </p:cBhvr>
                                      <p:to>
                                        <p:strVal val="visible"/>
                                      </p:to>
                                    </p:set>
                                    <p:animEffect transition="in" filter="fade">
                                      <p:cBhvr>
                                        <p:cTn id="7" dur="1000"/>
                                        <p:tgtEl>
                                          <p:spTgt spid="21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xit" presetSubtype="0" fill="hold" nodeType="clickEffect">
                                  <p:stCondLst>
                                    <p:cond delay="0"/>
                                  </p:stCondLst>
                                  <p:childTnLst>
                                    <p:animEffect transition="out" filter="fade">
                                      <p:cBhvr>
                                        <p:cTn id="11" dur="1000"/>
                                        <p:tgtEl>
                                          <p:spTgt spid="211"/>
                                        </p:tgtEl>
                                      </p:cBhvr>
                                    </p:animEffect>
                                    <p:set>
                                      <p:cBhvr>
                                        <p:cTn id="12" dur="1" fill="hold">
                                          <p:stCondLst>
                                            <p:cond delay="1000"/>
                                          </p:stCondLst>
                                        </p:cTn>
                                        <p:tgtEl>
                                          <p:spTgt spid="21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9"/>
          <p:cNvSpPr txBox="1">
            <a:spLocks noGrp="1"/>
          </p:cNvSpPr>
          <p:nvPr>
            <p:ph type="title"/>
          </p:nvPr>
        </p:nvSpPr>
        <p:spPr>
          <a:xfrm>
            <a:off x="713250" y="539500"/>
            <a:ext cx="77175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Archivo"/>
                <a:ea typeface="Archivo"/>
                <a:cs typeface="Archivo"/>
                <a:sym typeface="Archivo"/>
              </a:rPr>
              <a:t>How</a:t>
            </a:r>
            <a:r>
              <a:rPr lang="en"/>
              <a:t> Ancient </a:t>
            </a:r>
            <a:r>
              <a:rPr lang="en">
                <a:latin typeface="Archivo"/>
                <a:ea typeface="Archivo"/>
                <a:cs typeface="Archivo"/>
                <a:sym typeface="Archivo"/>
              </a:rPr>
              <a:t>is</a:t>
            </a:r>
            <a:r>
              <a:rPr lang="en"/>
              <a:t> MDM2?</a:t>
            </a:r>
            <a:endParaRPr/>
          </a:p>
        </p:txBody>
      </p:sp>
      <p:sp>
        <p:nvSpPr>
          <p:cNvPr id="217" name="Google Shape;217;p39"/>
          <p:cNvSpPr txBox="1">
            <a:spLocks noGrp="1"/>
          </p:cNvSpPr>
          <p:nvPr>
            <p:ph type="subTitle" idx="1"/>
          </p:nvPr>
        </p:nvSpPr>
        <p:spPr>
          <a:xfrm>
            <a:off x="713225" y="1252500"/>
            <a:ext cx="5997900" cy="2777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457200" lvl="0" indent="-330200" algn="l" rtl="0">
              <a:spcBef>
                <a:spcPts val="0"/>
              </a:spcBef>
              <a:spcAft>
                <a:spcPts val="0"/>
              </a:spcAft>
              <a:buSzPts val="1600"/>
              <a:buChar char="■"/>
            </a:pPr>
            <a:r>
              <a:rPr lang="en"/>
              <a:t>Arose from a gene duplication event prior to the emergence of bony vertebrates more than </a:t>
            </a:r>
            <a:r>
              <a:rPr lang="en" b="1"/>
              <a:t>440 million</a:t>
            </a:r>
            <a:r>
              <a:rPr lang="en"/>
              <a:t> years ago</a:t>
            </a:r>
            <a:endParaRPr/>
          </a:p>
          <a:p>
            <a:pPr marL="0" lvl="0" indent="0" algn="l" rtl="0">
              <a:spcBef>
                <a:spcPts val="0"/>
              </a:spcBef>
              <a:spcAft>
                <a:spcPts val="0"/>
              </a:spcAft>
              <a:buNone/>
            </a:pPr>
            <a:endParaRPr/>
          </a:p>
          <a:p>
            <a:pPr marL="0" lvl="0" indent="0" algn="l" rtl="0">
              <a:spcBef>
                <a:spcPts val="0"/>
              </a:spcBef>
              <a:spcAft>
                <a:spcPts val="0"/>
              </a:spcAft>
              <a:buNone/>
            </a:pPr>
            <a:r>
              <a:rPr lang="en"/>
              <a:t>Most distant </a:t>
            </a:r>
            <a:r>
              <a:rPr lang="en" b="1"/>
              <a:t>Orthologs</a:t>
            </a:r>
            <a:endParaRPr b="1"/>
          </a:p>
          <a:p>
            <a:pPr marL="457200" lvl="0" indent="-342900" algn="l" rtl="0">
              <a:spcBef>
                <a:spcPts val="0"/>
              </a:spcBef>
              <a:spcAft>
                <a:spcPts val="0"/>
              </a:spcAft>
              <a:buSzPts val="1800"/>
              <a:buChar char="■"/>
            </a:pPr>
            <a:r>
              <a:rPr lang="en"/>
              <a:t>Atlantic hagfish (Myxine glutinosa) found through protein-protein BLAST search; approx.</a:t>
            </a:r>
            <a:r>
              <a:rPr lang="en" b="1"/>
              <a:t> 310 M </a:t>
            </a:r>
            <a:r>
              <a:rPr lang="en"/>
              <a:t>years </a:t>
            </a:r>
            <a:endParaRPr/>
          </a:p>
          <a:p>
            <a:pPr marL="457200" lvl="0" indent="-342900" algn="l" rtl="0">
              <a:spcBef>
                <a:spcPts val="0"/>
              </a:spcBef>
              <a:spcAft>
                <a:spcPts val="0"/>
              </a:spcAft>
              <a:buSzPts val="1800"/>
              <a:buChar char="■"/>
            </a:pPr>
            <a:r>
              <a:rPr lang="en"/>
              <a:t>The invertebrate MDM homologs are in Sea squirts (C. intestinalis); over </a:t>
            </a:r>
            <a:r>
              <a:rPr lang="en" b="1"/>
              <a:t>500 M</a:t>
            </a:r>
            <a:r>
              <a:rPr lang="en"/>
              <a:t> years</a:t>
            </a:r>
            <a:endParaRPr/>
          </a:p>
          <a:p>
            <a:pPr marL="0" lvl="0" indent="0" algn="l" rtl="0">
              <a:spcBef>
                <a:spcPts val="0"/>
              </a:spcBef>
              <a:spcAft>
                <a:spcPts val="0"/>
              </a:spcAft>
              <a:buNone/>
            </a:pPr>
            <a:endParaRPr/>
          </a:p>
        </p:txBody>
      </p:sp>
      <p:sp>
        <p:nvSpPr>
          <p:cNvPr id="218" name="Google Shape;218;p39"/>
          <p:cNvSpPr/>
          <p:nvPr/>
        </p:nvSpPr>
        <p:spPr>
          <a:xfrm>
            <a:off x="713100" y="1112200"/>
            <a:ext cx="7717500" cy="61500"/>
          </a:xfrm>
          <a:prstGeom prst="rect">
            <a:avLst/>
          </a:prstGeom>
          <a:gradFill>
            <a:gsLst>
              <a:gs pos="0">
                <a:schemeClr val="accent1"/>
              </a:gs>
              <a:gs pos="100000">
                <a:schemeClr val="accent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39"/>
          <p:cNvSpPr/>
          <p:nvPr/>
        </p:nvSpPr>
        <p:spPr>
          <a:xfrm>
            <a:off x="6123463" y="-4690023"/>
            <a:ext cx="6291037" cy="12042362"/>
          </a:xfrm>
          <a:custGeom>
            <a:avLst/>
            <a:gdLst/>
            <a:ahLst/>
            <a:cxnLst/>
            <a:rect l="l" t="t" r="r" b="b"/>
            <a:pathLst>
              <a:path w="20177" h="38623" extrusionOk="0">
                <a:moveTo>
                  <a:pt x="8071" y="1"/>
                </a:moveTo>
                <a:cubicBezTo>
                  <a:pt x="7645" y="1"/>
                  <a:pt x="7319" y="327"/>
                  <a:pt x="7319" y="753"/>
                </a:cubicBezTo>
                <a:lnTo>
                  <a:pt x="7319" y="23033"/>
                </a:lnTo>
                <a:lnTo>
                  <a:pt x="753" y="35515"/>
                </a:lnTo>
                <a:cubicBezTo>
                  <a:pt x="1" y="36918"/>
                  <a:pt x="1028" y="38623"/>
                  <a:pt x="2632" y="38623"/>
                </a:cubicBezTo>
                <a:lnTo>
                  <a:pt x="17570" y="38623"/>
                </a:lnTo>
                <a:cubicBezTo>
                  <a:pt x="19149" y="38623"/>
                  <a:pt x="20176" y="36918"/>
                  <a:pt x="19449" y="35515"/>
                </a:cubicBezTo>
                <a:lnTo>
                  <a:pt x="12883" y="23033"/>
                </a:lnTo>
                <a:lnTo>
                  <a:pt x="12883" y="753"/>
                </a:lnTo>
                <a:cubicBezTo>
                  <a:pt x="12883" y="327"/>
                  <a:pt x="12532" y="1"/>
                  <a:pt x="12131" y="1"/>
                </a:cubicBezTo>
                <a:close/>
              </a:path>
            </a:pathLst>
          </a:custGeom>
          <a:gradFill>
            <a:gsLst>
              <a:gs pos="0">
                <a:schemeClr val="accent1"/>
              </a:gs>
              <a:gs pos="100000">
                <a:schemeClr val="accent3"/>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20" name="Google Shape;220;p39"/>
          <p:cNvPicPr preferRelativeResize="0"/>
          <p:nvPr/>
        </p:nvPicPr>
        <p:blipFill rotWithShape="1">
          <a:blip r:embed="rId3">
            <a:alphaModFix/>
          </a:blip>
          <a:srcRect b="14185"/>
          <a:stretch/>
        </p:blipFill>
        <p:spPr>
          <a:xfrm>
            <a:off x="612225" y="3609225"/>
            <a:ext cx="6735425" cy="898525"/>
          </a:xfrm>
          <a:prstGeom prst="rect">
            <a:avLst/>
          </a:prstGeom>
          <a:noFill/>
          <a:ln>
            <a:noFill/>
          </a:ln>
        </p:spPr>
      </p:pic>
      <p:pic>
        <p:nvPicPr>
          <p:cNvPr id="221" name="Google Shape;221;p39" title="Hagfish.png"/>
          <p:cNvPicPr preferRelativeResize="0"/>
          <p:nvPr/>
        </p:nvPicPr>
        <p:blipFill>
          <a:blip r:embed="rId4">
            <a:alphaModFix/>
          </a:blip>
          <a:stretch>
            <a:fillRect/>
          </a:stretch>
        </p:blipFill>
        <p:spPr>
          <a:xfrm>
            <a:off x="6406950" y="3218175"/>
            <a:ext cx="3461976" cy="1881025"/>
          </a:xfrm>
          <a:prstGeom prst="rect">
            <a:avLst/>
          </a:prstGeom>
          <a:noFill/>
          <a:ln>
            <a:noFill/>
          </a:ln>
        </p:spPr>
      </p:pic>
      <p:sp>
        <p:nvSpPr>
          <p:cNvPr id="222" name="Google Shape;222;p39"/>
          <p:cNvSpPr/>
          <p:nvPr/>
        </p:nvSpPr>
        <p:spPr>
          <a:xfrm>
            <a:off x="827800" y="4315775"/>
            <a:ext cx="2865000" cy="1845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pic>
        <p:nvPicPr>
          <p:cNvPr id="223" name="Google Shape;223;p39"/>
          <p:cNvPicPr preferRelativeResize="0"/>
          <p:nvPr/>
        </p:nvPicPr>
        <p:blipFill>
          <a:blip r:embed="rId5">
            <a:alphaModFix/>
          </a:blip>
          <a:stretch>
            <a:fillRect/>
          </a:stretch>
        </p:blipFill>
        <p:spPr>
          <a:xfrm>
            <a:off x="7148275" y="1254075"/>
            <a:ext cx="2230826" cy="1673126"/>
          </a:xfrm>
          <a:prstGeom prst="rect">
            <a:avLst/>
          </a:prstGeom>
          <a:noFill/>
          <a:ln>
            <a:noFill/>
          </a:ln>
        </p:spPr>
      </p:pic>
      <p:sp>
        <p:nvSpPr>
          <p:cNvPr id="224" name="Google Shape;224;p39"/>
          <p:cNvSpPr txBox="1"/>
          <p:nvPr/>
        </p:nvSpPr>
        <p:spPr>
          <a:xfrm>
            <a:off x="180100" y="4601825"/>
            <a:ext cx="41604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800">
                <a:solidFill>
                  <a:srgbClr val="9E9E9E"/>
                </a:solidFill>
                <a:latin typeface="Archivo"/>
                <a:ea typeface="Archivo"/>
                <a:cs typeface="Archivo"/>
                <a:sym typeface="Archivo"/>
              </a:rPr>
              <a:t>Momand, Jamil et al. “The evolution of MDM2 family genes.” Gene vol. 486,1-2 (2011): 23-30. doi:10.1016/j.gene.2011.06.030</a:t>
            </a:r>
            <a:endParaRPr sz="800">
              <a:solidFill>
                <a:srgbClr val="9E9E9E"/>
              </a:solidFill>
              <a:latin typeface="Archivo"/>
              <a:ea typeface="Archivo"/>
              <a:cs typeface="Archivo"/>
              <a:sym typeface="Archiv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40"/>
          <p:cNvSpPr/>
          <p:nvPr/>
        </p:nvSpPr>
        <p:spPr>
          <a:xfrm>
            <a:off x="332100" y="1112200"/>
            <a:ext cx="7717500" cy="61500"/>
          </a:xfrm>
          <a:prstGeom prst="rect">
            <a:avLst/>
          </a:prstGeom>
          <a:gradFill>
            <a:gsLst>
              <a:gs pos="0">
                <a:schemeClr val="accent1"/>
              </a:gs>
              <a:gs pos="100000">
                <a:schemeClr val="accent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40"/>
          <p:cNvSpPr/>
          <p:nvPr/>
        </p:nvSpPr>
        <p:spPr>
          <a:xfrm>
            <a:off x="5437663" y="-4690023"/>
            <a:ext cx="6291037" cy="12042362"/>
          </a:xfrm>
          <a:custGeom>
            <a:avLst/>
            <a:gdLst/>
            <a:ahLst/>
            <a:cxnLst/>
            <a:rect l="l" t="t" r="r" b="b"/>
            <a:pathLst>
              <a:path w="20177" h="38623" extrusionOk="0">
                <a:moveTo>
                  <a:pt x="8071" y="1"/>
                </a:moveTo>
                <a:cubicBezTo>
                  <a:pt x="7645" y="1"/>
                  <a:pt x="7319" y="327"/>
                  <a:pt x="7319" y="753"/>
                </a:cubicBezTo>
                <a:lnTo>
                  <a:pt x="7319" y="23033"/>
                </a:lnTo>
                <a:lnTo>
                  <a:pt x="753" y="35515"/>
                </a:lnTo>
                <a:cubicBezTo>
                  <a:pt x="1" y="36918"/>
                  <a:pt x="1028" y="38623"/>
                  <a:pt x="2632" y="38623"/>
                </a:cubicBezTo>
                <a:lnTo>
                  <a:pt x="17570" y="38623"/>
                </a:lnTo>
                <a:cubicBezTo>
                  <a:pt x="19149" y="38623"/>
                  <a:pt x="20176" y="36918"/>
                  <a:pt x="19449" y="35515"/>
                </a:cubicBezTo>
                <a:lnTo>
                  <a:pt x="12883" y="23033"/>
                </a:lnTo>
                <a:lnTo>
                  <a:pt x="12883" y="753"/>
                </a:lnTo>
                <a:cubicBezTo>
                  <a:pt x="12883" y="327"/>
                  <a:pt x="12532" y="1"/>
                  <a:pt x="12131" y="1"/>
                </a:cubicBezTo>
                <a:close/>
              </a:path>
            </a:pathLst>
          </a:custGeom>
          <a:gradFill>
            <a:gsLst>
              <a:gs pos="0">
                <a:schemeClr val="accent1"/>
              </a:gs>
              <a:gs pos="100000">
                <a:schemeClr val="accent3"/>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40"/>
          <p:cNvSpPr txBox="1">
            <a:spLocks noGrp="1"/>
          </p:cNvSpPr>
          <p:nvPr>
            <p:ph type="title"/>
          </p:nvPr>
        </p:nvSpPr>
        <p:spPr>
          <a:xfrm>
            <a:off x="332250" y="463300"/>
            <a:ext cx="77175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a:latin typeface="Archivo"/>
                <a:ea typeface="Archivo"/>
                <a:cs typeface="Archivo"/>
                <a:sym typeface="Archivo"/>
              </a:rPr>
              <a:t>MDM2 </a:t>
            </a:r>
            <a:r>
              <a:rPr lang="en" sz="2400"/>
              <a:t>Amplification Types</a:t>
            </a:r>
            <a:r>
              <a:rPr lang="en" sz="2400">
                <a:latin typeface="Archivo"/>
                <a:ea typeface="Archivo"/>
                <a:cs typeface="Archivo"/>
                <a:sym typeface="Archivo"/>
              </a:rPr>
              <a:t> </a:t>
            </a:r>
            <a:endParaRPr sz="2400">
              <a:latin typeface="Archivo"/>
              <a:ea typeface="Archivo"/>
              <a:cs typeface="Archivo"/>
              <a:sym typeface="Archivo"/>
            </a:endParaRPr>
          </a:p>
          <a:p>
            <a:pPr marL="0" lvl="0" indent="0" algn="l" rtl="0">
              <a:spcBef>
                <a:spcPts val="0"/>
              </a:spcBef>
              <a:spcAft>
                <a:spcPts val="0"/>
              </a:spcAft>
              <a:buNone/>
            </a:pPr>
            <a:r>
              <a:rPr lang="en" sz="1900">
                <a:latin typeface="Archivo"/>
                <a:ea typeface="Archivo"/>
                <a:cs typeface="Archivo"/>
                <a:sym typeface="Archivo"/>
              </a:rPr>
              <a:t>(Adult vs Pediatric Tumors)</a:t>
            </a:r>
            <a:endParaRPr sz="1900">
              <a:latin typeface="Archivo"/>
              <a:ea typeface="Archivo"/>
              <a:cs typeface="Archivo"/>
              <a:sym typeface="Archivo"/>
            </a:endParaRPr>
          </a:p>
        </p:txBody>
      </p:sp>
      <p:pic>
        <p:nvPicPr>
          <p:cNvPr id="232" name="Google Shape;232;p40" title="Chart"/>
          <p:cNvPicPr preferRelativeResize="0"/>
          <p:nvPr/>
        </p:nvPicPr>
        <p:blipFill>
          <a:blip r:embed="rId3">
            <a:alphaModFix/>
          </a:blip>
          <a:stretch>
            <a:fillRect/>
          </a:stretch>
        </p:blipFill>
        <p:spPr>
          <a:xfrm>
            <a:off x="397975" y="1615000"/>
            <a:ext cx="4980463" cy="2688912"/>
          </a:xfrm>
          <a:prstGeom prst="rect">
            <a:avLst/>
          </a:prstGeom>
          <a:noFill/>
          <a:ln w="9525" cap="flat" cmpd="sng">
            <a:solidFill>
              <a:schemeClr val="dk1"/>
            </a:solidFill>
            <a:prstDash val="solid"/>
            <a:round/>
            <a:headEnd type="none" w="sm" len="sm"/>
            <a:tailEnd type="none" w="sm" len="sm"/>
          </a:ln>
        </p:spPr>
      </p:pic>
      <p:sp>
        <p:nvSpPr>
          <p:cNvPr id="233" name="Google Shape;233;p40"/>
          <p:cNvSpPr txBox="1"/>
          <p:nvPr/>
        </p:nvSpPr>
        <p:spPr>
          <a:xfrm>
            <a:off x="5516250" y="1568325"/>
            <a:ext cx="2584200" cy="255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1"/>
                </a:solidFill>
                <a:latin typeface="Archivo"/>
                <a:ea typeface="Archivo"/>
                <a:cs typeface="Archivo"/>
                <a:sym typeface="Archivo"/>
              </a:rPr>
              <a:t>Adult (n = 2703) </a:t>
            </a:r>
            <a:endParaRPr sz="1800">
              <a:solidFill>
                <a:schemeClr val="dk1"/>
              </a:solidFill>
              <a:latin typeface="Archivo"/>
              <a:ea typeface="Archivo"/>
              <a:cs typeface="Archivo"/>
              <a:sym typeface="Archivo"/>
            </a:endParaRPr>
          </a:p>
          <a:p>
            <a:pPr marL="0" lvl="0" indent="0" algn="l" rtl="0">
              <a:spcBef>
                <a:spcPts val="0"/>
              </a:spcBef>
              <a:spcAft>
                <a:spcPts val="0"/>
              </a:spcAft>
              <a:buNone/>
            </a:pPr>
            <a:r>
              <a:rPr lang="en" sz="1800">
                <a:solidFill>
                  <a:schemeClr val="dk1"/>
                </a:solidFill>
                <a:latin typeface="Archivo"/>
                <a:ea typeface="Archivo"/>
                <a:cs typeface="Archivo"/>
                <a:sym typeface="Archivo"/>
              </a:rPr>
              <a:t>Pediatric (n = 1094)</a:t>
            </a:r>
            <a:endParaRPr sz="1800">
              <a:solidFill>
                <a:schemeClr val="dk1"/>
              </a:solidFill>
              <a:latin typeface="Archivo"/>
              <a:ea typeface="Archivo"/>
              <a:cs typeface="Archivo"/>
              <a:sym typeface="Archiv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1"/>
          <p:cNvSpPr/>
          <p:nvPr/>
        </p:nvSpPr>
        <p:spPr>
          <a:xfrm>
            <a:off x="5768103" y="-4690023"/>
            <a:ext cx="6291037" cy="12042362"/>
          </a:xfrm>
          <a:custGeom>
            <a:avLst/>
            <a:gdLst/>
            <a:ahLst/>
            <a:cxnLst/>
            <a:rect l="l" t="t" r="r" b="b"/>
            <a:pathLst>
              <a:path w="20177" h="38623" extrusionOk="0">
                <a:moveTo>
                  <a:pt x="8071" y="1"/>
                </a:moveTo>
                <a:cubicBezTo>
                  <a:pt x="7645" y="1"/>
                  <a:pt x="7319" y="327"/>
                  <a:pt x="7319" y="753"/>
                </a:cubicBezTo>
                <a:lnTo>
                  <a:pt x="7319" y="23033"/>
                </a:lnTo>
                <a:lnTo>
                  <a:pt x="753" y="35515"/>
                </a:lnTo>
                <a:cubicBezTo>
                  <a:pt x="1" y="36918"/>
                  <a:pt x="1028" y="38623"/>
                  <a:pt x="2632" y="38623"/>
                </a:cubicBezTo>
                <a:lnTo>
                  <a:pt x="17570" y="38623"/>
                </a:lnTo>
                <a:cubicBezTo>
                  <a:pt x="19149" y="38623"/>
                  <a:pt x="20176" y="36918"/>
                  <a:pt x="19449" y="35515"/>
                </a:cubicBezTo>
                <a:lnTo>
                  <a:pt x="12883" y="23033"/>
                </a:lnTo>
                <a:lnTo>
                  <a:pt x="12883" y="753"/>
                </a:lnTo>
                <a:cubicBezTo>
                  <a:pt x="12883" y="327"/>
                  <a:pt x="12532" y="1"/>
                  <a:pt x="12131" y="1"/>
                </a:cubicBezTo>
                <a:close/>
              </a:path>
            </a:pathLst>
          </a:custGeom>
          <a:gradFill>
            <a:gsLst>
              <a:gs pos="0">
                <a:schemeClr val="accent1"/>
              </a:gs>
              <a:gs pos="100000">
                <a:schemeClr val="accent3"/>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41"/>
          <p:cNvSpPr txBox="1">
            <a:spLocks noGrp="1"/>
          </p:cNvSpPr>
          <p:nvPr>
            <p:ph type="title"/>
          </p:nvPr>
        </p:nvSpPr>
        <p:spPr>
          <a:xfrm>
            <a:off x="311300" y="536200"/>
            <a:ext cx="77175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500"/>
              <a:t>MDM2 Co-Occurring </a:t>
            </a:r>
            <a:r>
              <a:rPr lang="en" sz="2500">
                <a:latin typeface="Archivo"/>
                <a:ea typeface="Archivo"/>
                <a:cs typeface="Archivo"/>
                <a:sym typeface="Archivo"/>
              </a:rPr>
              <a:t>Genes in </a:t>
            </a:r>
            <a:r>
              <a:rPr lang="en" sz="2500"/>
              <a:t>ecDNA </a:t>
            </a:r>
            <a:r>
              <a:rPr lang="en" sz="2500">
                <a:latin typeface="Archivo"/>
                <a:ea typeface="Archivo"/>
                <a:cs typeface="Archivo"/>
                <a:sym typeface="Archivo"/>
              </a:rPr>
              <a:t>(PCAWG)</a:t>
            </a:r>
            <a:endParaRPr sz="2500">
              <a:latin typeface="Archivo"/>
              <a:ea typeface="Archivo"/>
              <a:cs typeface="Archivo"/>
              <a:sym typeface="Archivo"/>
            </a:endParaRPr>
          </a:p>
        </p:txBody>
      </p:sp>
      <p:sp>
        <p:nvSpPr>
          <p:cNvPr id="240" name="Google Shape;240;p41"/>
          <p:cNvSpPr/>
          <p:nvPr/>
        </p:nvSpPr>
        <p:spPr>
          <a:xfrm>
            <a:off x="332100" y="1112200"/>
            <a:ext cx="7717500" cy="61500"/>
          </a:xfrm>
          <a:prstGeom prst="rect">
            <a:avLst/>
          </a:prstGeom>
          <a:gradFill>
            <a:gsLst>
              <a:gs pos="0">
                <a:schemeClr val="accent1"/>
              </a:gs>
              <a:gs pos="100000">
                <a:schemeClr val="accent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41" name="Google Shape;241;p41" title="차트"/>
          <p:cNvPicPr preferRelativeResize="0"/>
          <p:nvPr/>
        </p:nvPicPr>
        <p:blipFill rotWithShape="1">
          <a:blip r:embed="rId3">
            <a:alphaModFix/>
          </a:blip>
          <a:srcRect l="1739" t="8307"/>
          <a:stretch/>
        </p:blipFill>
        <p:spPr>
          <a:xfrm>
            <a:off x="4138675" y="1975725"/>
            <a:ext cx="4459628" cy="2574525"/>
          </a:xfrm>
          <a:prstGeom prst="rect">
            <a:avLst/>
          </a:prstGeom>
          <a:noFill/>
          <a:ln w="9525" cap="flat" cmpd="sng">
            <a:solidFill>
              <a:schemeClr val="dk1"/>
            </a:solidFill>
            <a:prstDash val="solid"/>
            <a:round/>
            <a:headEnd type="none" w="sm" len="sm"/>
            <a:tailEnd type="none" w="sm" len="sm"/>
          </a:ln>
        </p:spPr>
      </p:pic>
      <p:pic>
        <p:nvPicPr>
          <p:cNvPr id="242" name="Google Shape;242;p41"/>
          <p:cNvPicPr preferRelativeResize="0"/>
          <p:nvPr/>
        </p:nvPicPr>
        <p:blipFill>
          <a:blip r:embed="rId4">
            <a:alphaModFix/>
          </a:blip>
          <a:stretch>
            <a:fillRect/>
          </a:stretch>
        </p:blipFill>
        <p:spPr>
          <a:xfrm>
            <a:off x="332100" y="1504075"/>
            <a:ext cx="3687100" cy="3060650"/>
          </a:xfrm>
          <a:prstGeom prst="rect">
            <a:avLst/>
          </a:prstGeom>
          <a:noFill/>
          <a:ln>
            <a:noFill/>
          </a:ln>
        </p:spPr>
      </p:pic>
      <p:sp>
        <p:nvSpPr>
          <p:cNvPr id="243" name="Google Shape;243;p41"/>
          <p:cNvSpPr txBox="1"/>
          <p:nvPr/>
        </p:nvSpPr>
        <p:spPr>
          <a:xfrm>
            <a:off x="4181900" y="1283888"/>
            <a:ext cx="3846900" cy="34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latin typeface="Archivo"/>
                <a:ea typeface="Archivo"/>
                <a:cs typeface="Archivo"/>
                <a:sym typeface="Archivo"/>
              </a:rPr>
              <a:t>Total 29 ecDNA amplicons</a:t>
            </a:r>
            <a:endParaRPr sz="1500">
              <a:solidFill>
                <a:schemeClr val="dk1"/>
              </a:solidFill>
              <a:latin typeface="Archivo"/>
              <a:ea typeface="Archivo"/>
              <a:cs typeface="Archivo"/>
              <a:sym typeface="Archivo"/>
            </a:endParaRPr>
          </a:p>
          <a:p>
            <a:pPr marL="0" lvl="0" indent="0" algn="l" rtl="0">
              <a:spcBef>
                <a:spcPts val="0"/>
              </a:spcBef>
              <a:spcAft>
                <a:spcPts val="0"/>
              </a:spcAft>
              <a:buNone/>
            </a:pPr>
            <a:r>
              <a:rPr lang="en" sz="1500">
                <a:solidFill>
                  <a:schemeClr val="dk1"/>
                </a:solidFill>
                <a:latin typeface="Archivo"/>
                <a:ea typeface="Archivo"/>
                <a:cs typeface="Archivo"/>
                <a:sym typeface="Archivo"/>
              </a:rPr>
              <a:t>Total of 68 co-occurrence genes</a:t>
            </a:r>
            <a:endParaRPr sz="1500">
              <a:solidFill>
                <a:schemeClr val="dk1"/>
              </a:solidFill>
              <a:latin typeface="Archivo"/>
              <a:ea typeface="Archivo"/>
              <a:cs typeface="Archivo"/>
              <a:sym typeface="Archivo"/>
            </a:endParaRPr>
          </a:p>
          <a:p>
            <a:pPr marL="0" lvl="0" indent="0" algn="l" rtl="0">
              <a:spcBef>
                <a:spcPts val="0"/>
              </a:spcBef>
              <a:spcAft>
                <a:spcPts val="0"/>
              </a:spcAft>
              <a:buNone/>
            </a:pPr>
            <a:endParaRPr sz="1500">
              <a:solidFill>
                <a:schemeClr val="dk1"/>
              </a:solidFill>
              <a:latin typeface="Archivo"/>
              <a:ea typeface="Archivo"/>
              <a:cs typeface="Archivo"/>
              <a:sym typeface="Archivo"/>
            </a:endParaRPr>
          </a:p>
        </p:txBody>
      </p:sp>
      <p:sp>
        <p:nvSpPr>
          <p:cNvPr id="244" name="Google Shape;244;p41"/>
          <p:cNvSpPr/>
          <p:nvPr/>
        </p:nvSpPr>
        <p:spPr>
          <a:xfrm>
            <a:off x="311300" y="1666725"/>
            <a:ext cx="1963800" cy="510600"/>
          </a:xfrm>
          <a:prstGeom prst="rect">
            <a:avLst/>
          </a:prstGeom>
          <a:noFill/>
          <a:ln w="19050" cap="flat" cmpd="sng">
            <a:solidFill>
              <a:srgbClr val="FF6B6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4"/>
                                        </p:tgtEl>
                                        <p:attrNameLst>
                                          <p:attrName>style.visibility</p:attrName>
                                        </p:attrNameLst>
                                      </p:cBhvr>
                                      <p:to>
                                        <p:strVal val="visible"/>
                                      </p:to>
                                    </p:set>
                                    <p:animEffect transition="in" filter="fade">
                                      <p:cBhvr>
                                        <p:cTn id="7" dur="1000"/>
                                        <p:tgtEl>
                                          <p:spTgt spid="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42"/>
          <p:cNvSpPr/>
          <p:nvPr/>
        </p:nvSpPr>
        <p:spPr>
          <a:xfrm>
            <a:off x="5768103" y="-4690023"/>
            <a:ext cx="6291037" cy="12042362"/>
          </a:xfrm>
          <a:custGeom>
            <a:avLst/>
            <a:gdLst/>
            <a:ahLst/>
            <a:cxnLst/>
            <a:rect l="l" t="t" r="r" b="b"/>
            <a:pathLst>
              <a:path w="20177" h="38623" extrusionOk="0">
                <a:moveTo>
                  <a:pt x="8071" y="1"/>
                </a:moveTo>
                <a:cubicBezTo>
                  <a:pt x="7645" y="1"/>
                  <a:pt x="7319" y="327"/>
                  <a:pt x="7319" y="753"/>
                </a:cubicBezTo>
                <a:lnTo>
                  <a:pt x="7319" y="23033"/>
                </a:lnTo>
                <a:lnTo>
                  <a:pt x="753" y="35515"/>
                </a:lnTo>
                <a:cubicBezTo>
                  <a:pt x="1" y="36918"/>
                  <a:pt x="1028" y="38623"/>
                  <a:pt x="2632" y="38623"/>
                </a:cubicBezTo>
                <a:lnTo>
                  <a:pt x="17570" y="38623"/>
                </a:lnTo>
                <a:cubicBezTo>
                  <a:pt x="19149" y="38623"/>
                  <a:pt x="20176" y="36918"/>
                  <a:pt x="19449" y="35515"/>
                </a:cubicBezTo>
                <a:lnTo>
                  <a:pt x="12883" y="23033"/>
                </a:lnTo>
                <a:lnTo>
                  <a:pt x="12883" y="753"/>
                </a:lnTo>
                <a:cubicBezTo>
                  <a:pt x="12883" y="327"/>
                  <a:pt x="12532" y="1"/>
                  <a:pt x="12131" y="1"/>
                </a:cubicBezTo>
                <a:close/>
              </a:path>
            </a:pathLst>
          </a:custGeom>
          <a:gradFill>
            <a:gsLst>
              <a:gs pos="0">
                <a:schemeClr val="accent1"/>
              </a:gs>
              <a:gs pos="100000">
                <a:schemeClr val="accent3"/>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42"/>
          <p:cNvSpPr/>
          <p:nvPr/>
        </p:nvSpPr>
        <p:spPr>
          <a:xfrm>
            <a:off x="332100" y="1112200"/>
            <a:ext cx="7717500" cy="61500"/>
          </a:xfrm>
          <a:prstGeom prst="rect">
            <a:avLst/>
          </a:prstGeom>
          <a:gradFill>
            <a:gsLst>
              <a:gs pos="0">
                <a:schemeClr val="accent1"/>
              </a:gs>
              <a:gs pos="100000">
                <a:schemeClr val="accent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51" name="Google Shape;251;p42"/>
          <p:cNvPicPr preferRelativeResize="0"/>
          <p:nvPr/>
        </p:nvPicPr>
        <p:blipFill rotWithShape="1">
          <a:blip r:embed="rId3">
            <a:alphaModFix/>
          </a:blip>
          <a:srcRect/>
          <a:stretch/>
        </p:blipFill>
        <p:spPr>
          <a:xfrm>
            <a:off x="311300" y="1516100"/>
            <a:ext cx="3698900" cy="3004675"/>
          </a:xfrm>
          <a:prstGeom prst="rect">
            <a:avLst/>
          </a:prstGeom>
          <a:noFill/>
          <a:ln>
            <a:noFill/>
          </a:ln>
        </p:spPr>
      </p:pic>
      <p:pic>
        <p:nvPicPr>
          <p:cNvPr id="252" name="Google Shape;252;p42" title="차트"/>
          <p:cNvPicPr preferRelativeResize="0"/>
          <p:nvPr/>
        </p:nvPicPr>
        <p:blipFill rotWithShape="1">
          <a:blip r:embed="rId4">
            <a:alphaModFix/>
          </a:blip>
          <a:srcRect t="9869"/>
          <a:stretch/>
        </p:blipFill>
        <p:spPr>
          <a:xfrm>
            <a:off x="4123150" y="2069025"/>
            <a:ext cx="4286524" cy="2387399"/>
          </a:xfrm>
          <a:prstGeom prst="rect">
            <a:avLst/>
          </a:prstGeom>
          <a:noFill/>
          <a:ln w="9525" cap="flat" cmpd="sng">
            <a:solidFill>
              <a:schemeClr val="dk1"/>
            </a:solidFill>
            <a:prstDash val="solid"/>
            <a:round/>
            <a:headEnd type="none" w="sm" len="sm"/>
            <a:tailEnd type="none" w="sm" len="sm"/>
          </a:ln>
        </p:spPr>
      </p:pic>
      <p:sp>
        <p:nvSpPr>
          <p:cNvPr id="253" name="Google Shape;253;p42"/>
          <p:cNvSpPr txBox="1">
            <a:spLocks noGrp="1"/>
          </p:cNvSpPr>
          <p:nvPr>
            <p:ph type="title"/>
          </p:nvPr>
        </p:nvSpPr>
        <p:spPr>
          <a:xfrm>
            <a:off x="311300" y="536200"/>
            <a:ext cx="7717500" cy="576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500"/>
              <a:t>MDM2 Co-Occurring </a:t>
            </a:r>
            <a:r>
              <a:rPr lang="en" sz="2500">
                <a:latin typeface="Archivo"/>
                <a:ea typeface="Archivo"/>
                <a:cs typeface="Archivo"/>
                <a:sym typeface="Archivo"/>
              </a:rPr>
              <a:t>Genes in </a:t>
            </a:r>
            <a:r>
              <a:rPr lang="en" sz="2500"/>
              <a:t>ecDNA </a:t>
            </a:r>
            <a:r>
              <a:rPr lang="en" sz="2500">
                <a:latin typeface="Archivo"/>
                <a:ea typeface="Archivo"/>
                <a:cs typeface="Archivo"/>
                <a:sym typeface="Archivo"/>
              </a:rPr>
              <a:t>(Pediatric)</a:t>
            </a:r>
            <a:endParaRPr sz="2500">
              <a:latin typeface="Archivo"/>
              <a:ea typeface="Archivo"/>
              <a:cs typeface="Archivo"/>
              <a:sym typeface="Archivo"/>
            </a:endParaRPr>
          </a:p>
        </p:txBody>
      </p:sp>
      <p:sp>
        <p:nvSpPr>
          <p:cNvPr id="254" name="Google Shape;254;p42"/>
          <p:cNvSpPr txBox="1"/>
          <p:nvPr/>
        </p:nvSpPr>
        <p:spPr>
          <a:xfrm>
            <a:off x="4181900" y="1283888"/>
            <a:ext cx="3846900" cy="34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500">
                <a:solidFill>
                  <a:schemeClr val="dk1"/>
                </a:solidFill>
                <a:latin typeface="Archivo"/>
                <a:ea typeface="Archivo"/>
                <a:cs typeface="Archivo"/>
                <a:sym typeface="Archivo"/>
              </a:rPr>
              <a:t>Total 15 ecDNA amplicons</a:t>
            </a:r>
            <a:endParaRPr sz="1500">
              <a:solidFill>
                <a:schemeClr val="dk1"/>
              </a:solidFill>
              <a:latin typeface="Archivo"/>
              <a:ea typeface="Archivo"/>
              <a:cs typeface="Archivo"/>
              <a:sym typeface="Archivo"/>
            </a:endParaRPr>
          </a:p>
          <a:p>
            <a:pPr marL="0" lvl="0" indent="0" algn="l" rtl="0">
              <a:spcBef>
                <a:spcPts val="0"/>
              </a:spcBef>
              <a:spcAft>
                <a:spcPts val="0"/>
              </a:spcAft>
              <a:buNone/>
            </a:pPr>
            <a:r>
              <a:rPr lang="en" sz="1500">
                <a:solidFill>
                  <a:schemeClr val="dk1"/>
                </a:solidFill>
                <a:latin typeface="Archivo"/>
                <a:ea typeface="Archivo"/>
                <a:cs typeface="Archivo"/>
                <a:sym typeface="Archivo"/>
              </a:rPr>
              <a:t>Total of 23 co-occurrence genes</a:t>
            </a:r>
            <a:endParaRPr sz="1500">
              <a:solidFill>
                <a:schemeClr val="dk1"/>
              </a:solidFill>
              <a:latin typeface="Archivo"/>
              <a:ea typeface="Archivo"/>
              <a:cs typeface="Archivo"/>
              <a:sym typeface="Archivo"/>
            </a:endParaRPr>
          </a:p>
          <a:p>
            <a:pPr marL="0" lvl="0" indent="0" algn="l" rtl="0">
              <a:spcBef>
                <a:spcPts val="0"/>
              </a:spcBef>
              <a:spcAft>
                <a:spcPts val="0"/>
              </a:spcAft>
              <a:buNone/>
            </a:pPr>
            <a:endParaRPr sz="1500">
              <a:solidFill>
                <a:schemeClr val="dk1"/>
              </a:solidFill>
              <a:latin typeface="Archivo"/>
              <a:ea typeface="Archivo"/>
              <a:cs typeface="Archivo"/>
              <a:sym typeface="Archivo"/>
            </a:endParaRPr>
          </a:p>
        </p:txBody>
      </p:sp>
      <p:sp>
        <p:nvSpPr>
          <p:cNvPr id="255" name="Google Shape;255;p42"/>
          <p:cNvSpPr/>
          <p:nvPr/>
        </p:nvSpPr>
        <p:spPr>
          <a:xfrm>
            <a:off x="311300" y="1666725"/>
            <a:ext cx="1963800" cy="510600"/>
          </a:xfrm>
          <a:prstGeom prst="rect">
            <a:avLst/>
          </a:prstGeom>
          <a:noFill/>
          <a:ln w="19050" cap="flat" cmpd="sng">
            <a:solidFill>
              <a:srgbClr val="FF6B6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5"/>
                                        </p:tgtEl>
                                        <p:attrNameLst>
                                          <p:attrName>style.visibility</p:attrName>
                                        </p:attrNameLst>
                                      </p:cBhvr>
                                      <p:to>
                                        <p:strVal val="visible"/>
                                      </p:to>
                                    </p:set>
                                    <p:animEffect transition="in" filter="fade">
                                      <p:cBhvr>
                                        <p:cTn id="7" dur="1000"/>
                                        <p:tgtEl>
                                          <p:spTgt spid="2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pic>
        <p:nvPicPr>
          <p:cNvPr id="260" name="Google Shape;260;p43"/>
          <p:cNvPicPr preferRelativeResize="0"/>
          <p:nvPr/>
        </p:nvPicPr>
        <p:blipFill>
          <a:blip r:embed="rId3">
            <a:alphaModFix/>
          </a:blip>
          <a:stretch>
            <a:fillRect/>
          </a:stretch>
        </p:blipFill>
        <p:spPr>
          <a:xfrm>
            <a:off x="353750" y="1372488"/>
            <a:ext cx="3991000" cy="3312925"/>
          </a:xfrm>
          <a:prstGeom prst="rect">
            <a:avLst/>
          </a:prstGeom>
          <a:noFill/>
          <a:ln>
            <a:noFill/>
          </a:ln>
        </p:spPr>
      </p:pic>
      <p:pic>
        <p:nvPicPr>
          <p:cNvPr id="261" name="Google Shape;261;p43"/>
          <p:cNvPicPr preferRelativeResize="0"/>
          <p:nvPr/>
        </p:nvPicPr>
        <p:blipFill rotWithShape="1">
          <a:blip r:embed="rId4">
            <a:alphaModFix/>
          </a:blip>
          <a:srcRect/>
          <a:stretch/>
        </p:blipFill>
        <p:spPr>
          <a:xfrm>
            <a:off x="4724400" y="1372501"/>
            <a:ext cx="4078340" cy="3312900"/>
          </a:xfrm>
          <a:prstGeom prst="rect">
            <a:avLst/>
          </a:prstGeom>
          <a:noFill/>
          <a:ln>
            <a:noFill/>
          </a:ln>
        </p:spPr>
      </p:pic>
      <p:sp>
        <p:nvSpPr>
          <p:cNvPr id="262" name="Google Shape;262;p43"/>
          <p:cNvSpPr/>
          <p:nvPr/>
        </p:nvSpPr>
        <p:spPr>
          <a:xfrm>
            <a:off x="390050" y="1558375"/>
            <a:ext cx="2036700" cy="519900"/>
          </a:xfrm>
          <a:prstGeom prst="rect">
            <a:avLst/>
          </a:prstGeom>
          <a:noFill/>
          <a:ln w="19050" cap="flat" cmpd="sng">
            <a:solidFill>
              <a:srgbClr val="FF6B6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63" name="Google Shape;263;p43"/>
          <p:cNvSpPr/>
          <p:nvPr/>
        </p:nvSpPr>
        <p:spPr>
          <a:xfrm>
            <a:off x="4753291" y="1565598"/>
            <a:ext cx="2111700" cy="519900"/>
          </a:xfrm>
          <a:prstGeom prst="rect">
            <a:avLst/>
          </a:prstGeom>
          <a:noFill/>
          <a:ln w="19050" cap="flat" cmpd="sng">
            <a:solidFill>
              <a:srgbClr val="FF6B6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264" name="Google Shape;264;p43"/>
          <p:cNvSpPr txBox="1"/>
          <p:nvPr/>
        </p:nvSpPr>
        <p:spPr>
          <a:xfrm>
            <a:off x="418950" y="893875"/>
            <a:ext cx="2210100" cy="34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Archivo"/>
                <a:ea typeface="Archivo"/>
                <a:cs typeface="Archivo"/>
                <a:sym typeface="Archivo"/>
              </a:rPr>
              <a:t>Adult (PCAWG)</a:t>
            </a:r>
            <a:endParaRPr sz="1800" b="1">
              <a:solidFill>
                <a:schemeClr val="dk1"/>
              </a:solidFill>
              <a:latin typeface="Archivo"/>
              <a:ea typeface="Archivo"/>
              <a:cs typeface="Archivo"/>
              <a:sym typeface="Archivo"/>
            </a:endParaRPr>
          </a:p>
        </p:txBody>
      </p:sp>
      <p:sp>
        <p:nvSpPr>
          <p:cNvPr id="265" name="Google Shape;265;p43"/>
          <p:cNvSpPr txBox="1"/>
          <p:nvPr/>
        </p:nvSpPr>
        <p:spPr>
          <a:xfrm>
            <a:off x="4704100" y="905075"/>
            <a:ext cx="2210100" cy="346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a:solidFill>
                  <a:schemeClr val="dk1"/>
                </a:solidFill>
                <a:latin typeface="Archivo"/>
                <a:ea typeface="Archivo"/>
                <a:cs typeface="Archivo"/>
                <a:sym typeface="Archivo"/>
              </a:rPr>
              <a:t>Pediatric</a:t>
            </a:r>
            <a:endParaRPr sz="1800" b="1">
              <a:solidFill>
                <a:schemeClr val="dk1"/>
              </a:solidFill>
              <a:latin typeface="Archivo"/>
              <a:ea typeface="Archivo"/>
              <a:cs typeface="Archivo"/>
              <a:sym typeface="Archivo"/>
            </a:endParaRPr>
          </a:p>
        </p:txBody>
      </p:sp>
      <p:pic>
        <p:nvPicPr>
          <p:cNvPr id="266" name="Google Shape;266;p43"/>
          <p:cNvPicPr preferRelativeResize="0"/>
          <p:nvPr/>
        </p:nvPicPr>
        <p:blipFill>
          <a:blip r:embed="rId5">
            <a:alphaModFix/>
          </a:blip>
          <a:stretch>
            <a:fillRect/>
          </a:stretch>
        </p:blipFill>
        <p:spPr>
          <a:xfrm rot="871535">
            <a:off x="7181125" y="-56252"/>
            <a:ext cx="1944900" cy="140033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grpSp>
        <p:nvGrpSpPr>
          <p:cNvPr id="271" name="Google Shape;271;p44"/>
          <p:cNvGrpSpPr/>
          <p:nvPr/>
        </p:nvGrpSpPr>
        <p:grpSpPr>
          <a:xfrm>
            <a:off x="0" y="2064600"/>
            <a:ext cx="6157800" cy="1014300"/>
            <a:chOff x="0" y="2064600"/>
            <a:chExt cx="6157800" cy="1014300"/>
          </a:xfrm>
        </p:grpSpPr>
        <p:sp>
          <p:nvSpPr>
            <p:cNvPr id="272" name="Google Shape;272;p44"/>
            <p:cNvSpPr/>
            <p:nvPr/>
          </p:nvSpPr>
          <p:spPr>
            <a:xfrm>
              <a:off x="0" y="2541000"/>
              <a:ext cx="6096300" cy="61500"/>
            </a:xfrm>
            <a:prstGeom prst="rect">
              <a:avLst/>
            </a:pr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44"/>
            <p:cNvSpPr/>
            <p:nvPr/>
          </p:nvSpPr>
          <p:spPr>
            <a:xfrm>
              <a:off x="1780000" y="2064600"/>
              <a:ext cx="1014300" cy="1014300"/>
            </a:xfrm>
            <a:prstGeom prst="ellipse">
              <a:avLst/>
            </a:prstGeom>
            <a:gradFill>
              <a:gsLst>
                <a:gs pos="0">
                  <a:schemeClr val="accent1"/>
                </a:gs>
                <a:gs pos="100000">
                  <a:schemeClr val="accent3"/>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44"/>
            <p:cNvSpPr/>
            <p:nvPr/>
          </p:nvSpPr>
          <p:spPr>
            <a:xfrm>
              <a:off x="4064850" y="2064600"/>
              <a:ext cx="1014300" cy="1014300"/>
            </a:xfrm>
            <a:prstGeom prst="ellipse">
              <a:avLst/>
            </a:prstGeom>
            <a:gradFill>
              <a:gsLst>
                <a:gs pos="0">
                  <a:schemeClr val="accent1"/>
                </a:gs>
                <a:gs pos="100000">
                  <a:schemeClr val="accent3"/>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44"/>
            <p:cNvSpPr/>
            <p:nvPr/>
          </p:nvSpPr>
          <p:spPr>
            <a:xfrm rot="-5400000">
              <a:off x="5881050" y="2541000"/>
              <a:ext cx="492000" cy="61500"/>
            </a:xfrm>
            <a:prstGeom prst="rect">
              <a:avLst/>
            </a:pr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6" name="Google Shape;276;p44"/>
          <p:cNvSpPr txBox="1">
            <a:spLocks noGrp="1"/>
          </p:cNvSpPr>
          <p:nvPr>
            <p:ph type="title"/>
          </p:nvPr>
        </p:nvSpPr>
        <p:spPr>
          <a:xfrm>
            <a:off x="4569350" y="539500"/>
            <a:ext cx="3861300"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Part 2: Gene Structure</a:t>
            </a:r>
            <a:endParaRPr>
              <a:latin typeface="Archivo"/>
              <a:ea typeface="Archivo"/>
              <a:cs typeface="Archivo"/>
              <a:sym typeface="Archivo"/>
            </a:endParaRPr>
          </a:p>
        </p:txBody>
      </p:sp>
      <p:grpSp>
        <p:nvGrpSpPr>
          <p:cNvPr id="278" name="Google Shape;278;p44"/>
          <p:cNvGrpSpPr/>
          <p:nvPr/>
        </p:nvGrpSpPr>
        <p:grpSpPr>
          <a:xfrm rot="-5400000" flipH="1">
            <a:off x="1197782" y="-1603253"/>
            <a:ext cx="1714476" cy="4320564"/>
            <a:chOff x="5762975" y="2535925"/>
            <a:chExt cx="781225" cy="1968725"/>
          </a:xfrm>
        </p:grpSpPr>
        <p:sp>
          <p:nvSpPr>
            <p:cNvPr id="279" name="Google Shape;279;p44"/>
            <p:cNvSpPr/>
            <p:nvPr/>
          </p:nvSpPr>
          <p:spPr>
            <a:xfrm>
              <a:off x="5777825" y="4414450"/>
              <a:ext cx="691625" cy="90200"/>
            </a:xfrm>
            <a:custGeom>
              <a:avLst/>
              <a:gdLst/>
              <a:ahLst/>
              <a:cxnLst/>
              <a:rect l="l" t="t" r="r" b="b"/>
              <a:pathLst>
                <a:path w="27665" h="3608" extrusionOk="0">
                  <a:moveTo>
                    <a:pt x="1803" y="1"/>
                  </a:moveTo>
                  <a:cubicBezTo>
                    <a:pt x="822" y="1"/>
                    <a:pt x="0" y="800"/>
                    <a:pt x="0" y="1804"/>
                  </a:cubicBezTo>
                  <a:cubicBezTo>
                    <a:pt x="0" y="2785"/>
                    <a:pt x="822" y="3607"/>
                    <a:pt x="1803" y="3607"/>
                  </a:cubicBezTo>
                  <a:cubicBezTo>
                    <a:pt x="2808" y="3607"/>
                    <a:pt x="3606" y="2785"/>
                    <a:pt x="3606" y="1804"/>
                  </a:cubicBezTo>
                  <a:lnTo>
                    <a:pt x="24058" y="1804"/>
                  </a:lnTo>
                  <a:cubicBezTo>
                    <a:pt x="24058" y="2785"/>
                    <a:pt x="24857" y="3607"/>
                    <a:pt x="25861" y="3607"/>
                  </a:cubicBezTo>
                  <a:cubicBezTo>
                    <a:pt x="26843" y="3607"/>
                    <a:pt x="27664" y="2785"/>
                    <a:pt x="27664" y="1804"/>
                  </a:cubicBezTo>
                  <a:cubicBezTo>
                    <a:pt x="27664" y="800"/>
                    <a:pt x="26843" y="1"/>
                    <a:pt x="25861" y="1"/>
                  </a:cubicBezTo>
                  <a:cubicBezTo>
                    <a:pt x="25062" y="1"/>
                    <a:pt x="24400" y="503"/>
                    <a:pt x="24172" y="1188"/>
                  </a:cubicBezTo>
                  <a:lnTo>
                    <a:pt x="3492" y="1188"/>
                  </a:lnTo>
                  <a:cubicBezTo>
                    <a:pt x="3264" y="503"/>
                    <a:pt x="2602" y="1"/>
                    <a:pt x="1803" y="1"/>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44"/>
            <p:cNvSpPr/>
            <p:nvPr/>
          </p:nvSpPr>
          <p:spPr>
            <a:xfrm>
              <a:off x="5943300" y="2686025"/>
              <a:ext cx="600900" cy="120425"/>
            </a:xfrm>
            <a:custGeom>
              <a:avLst/>
              <a:gdLst/>
              <a:ahLst/>
              <a:cxnLst/>
              <a:rect l="l" t="t" r="r" b="b"/>
              <a:pathLst>
                <a:path w="24036" h="4817" extrusionOk="0">
                  <a:moveTo>
                    <a:pt x="21639" y="0"/>
                  </a:moveTo>
                  <a:cubicBezTo>
                    <a:pt x="20315" y="0"/>
                    <a:pt x="19242" y="1073"/>
                    <a:pt x="19242" y="2397"/>
                  </a:cubicBezTo>
                  <a:lnTo>
                    <a:pt x="2968" y="2397"/>
                  </a:lnTo>
                  <a:cubicBezTo>
                    <a:pt x="2831" y="1712"/>
                    <a:pt x="2237" y="1210"/>
                    <a:pt x="1507" y="1210"/>
                  </a:cubicBezTo>
                  <a:cubicBezTo>
                    <a:pt x="662" y="1210"/>
                    <a:pt x="0" y="1872"/>
                    <a:pt x="0" y="2716"/>
                  </a:cubicBezTo>
                  <a:cubicBezTo>
                    <a:pt x="0" y="3538"/>
                    <a:pt x="662" y="4200"/>
                    <a:pt x="1507" y="4200"/>
                  </a:cubicBezTo>
                  <a:cubicBezTo>
                    <a:pt x="2237" y="4200"/>
                    <a:pt x="2831" y="3698"/>
                    <a:pt x="2968" y="3013"/>
                  </a:cubicBezTo>
                  <a:lnTo>
                    <a:pt x="19311" y="3013"/>
                  </a:lnTo>
                  <a:cubicBezTo>
                    <a:pt x="19585" y="4040"/>
                    <a:pt x="20520" y="4816"/>
                    <a:pt x="21639" y="4816"/>
                  </a:cubicBezTo>
                  <a:cubicBezTo>
                    <a:pt x="22963" y="4816"/>
                    <a:pt x="24035" y="3743"/>
                    <a:pt x="24035" y="2397"/>
                  </a:cubicBezTo>
                  <a:cubicBezTo>
                    <a:pt x="24035" y="1073"/>
                    <a:pt x="22963" y="0"/>
                    <a:pt x="21639" y="0"/>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44"/>
            <p:cNvSpPr/>
            <p:nvPr/>
          </p:nvSpPr>
          <p:spPr>
            <a:xfrm>
              <a:off x="6108775" y="2821250"/>
              <a:ext cx="390350" cy="150100"/>
            </a:xfrm>
            <a:custGeom>
              <a:avLst/>
              <a:gdLst/>
              <a:ahLst/>
              <a:cxnLst/>
              <a:rect l="l" t="t" r="r" b="b"/>
              <a:pathLst>
                <a:path w="15614" h="6004" extrusionOk="0">
                  <a:moveTo>
                    <a:pt x="12623" y="1"/>
                  </a:moveTo>
                  <a:cubicBezTo>
                    <a:pt x="11162" y="1"/>
                    <a:pt x="9953" y="1028"/>
                    <a:pt x="9679" y="2397"/>
                  </a:cubicBezTo>
                  <a:lnTo>
                    <a:pt x="2968" y="2397"/>
                  </a:lnTo>
                  <a:cubicBezTo>
                    <a:pt x="2831" y="1712"/>
                    <a:pt x="2215" y="1210"/>
                    <a:pt x="1484" y="1210"/>
                  </a:cubicBezTo>
                  <a:cubicBezTo>
                    <a:pt x="663" y="1210"/>
                    <a:pt x="1" y="1872"/>
                    <a:pt x="1" y="2717"/>
                  </a:cubicBezTo>
                  <a:cubicBezTo>
                    <a:pt x="1" y="3539"/>
                    <a:pt x="663" y="4200"/>
                    <a:pt x="1484" y="4200"/>
                  </a:cubicBezTo>
                  <a:cubicBezTo>
                    <a:pt x="2215" y="4200"/>
                    <a:pt x="2831" y="3698"/>
                    <a:pt x="2968" y="3014"/>
                  </a:cubicBezTo>
                  <a:lnTo>
                    <a:pt x="9610" y="3014"/>
                  </a:lnTo>
                  <a:cubicBezTo>
                    <a:pt x="9610" y="4657"/>
                    <a:pt x="10957" y="6004"/>
                    <a:pt x="12623" y="6004"/>
                  </a:cubicBezTo>
                  <a:cubicBezTo>
                    <a:pt x="14267" y="6004"/>
                    <a:pt x="15613" y="4657"/>
                    <a:pt x="15613" y="3014"/>
                  </a:cubicBezTo>
                  <a:cubicBezTo>
                    <a:pt x="15613" y="1347"/>
                    <a:pt x="14267" y="1"/>
                    <a:pt x="12623" y="1"/>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44"/>
            <p:cNvSpPr/>
            <p:nvPr/>
          </p:nvSpPr>
          <p:spPr>
            <a:xfrm>
              <a:off x="6228625" y="2956500"/>
              <a:ext cx="150650" cy="150100"/>
            </a:xfrm>
            <a:custGeom>
              <a:avLst/>
              <a:gdLst/>
              <a:ahLst/>
              <a:cxnLst/>
              <a:rect l="l" t="t" r="r" b="b"/>
              <a:pathLst>
                <a:path w="6026" h="6004" extrusionOk="0">
                  <a:moveTo>
                    <a:pt x="3013" y="0"/>
                  </a:moveTo>
                  <a:cubicBezTo>
                    <a:pt x="1347" y="0"/>
                    <a:pt x="0" y="1347"/>
                    <a:pt x="0" y="3013"/>
                  </a:cubicBezTo>
                  <a:cubicBezTo>
                    <a:pt x="0" y="4657"/>
                    <a:pt x="1347" y="6003"/>
                    <a:pt x="3013" y="6003"/>
                  </a:cubicBezTo>
                  <a:cubicBezTo>
                    <a:pt x="4679" y="6003"/>
                    <a:pt x="6026" y="4657"/>
                    <a:pt x="6026" y="3013"/>
                  </a:cubicBezTo>
                  <a:cubicBezTo>
                    <a:pt x="6026" y="1347"/>
                    <a:pt x="4679" y="0"/>
                    <a:pt x="3013" y="0"/>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44"/>
            <p:cNvSpPr/>
            <p:nvPr/>
          </p:nvSpPr>
          <p:spPr>
            <a:xfrm>
              <a:off x="5762975" y="3677775"/>
              <a:ext cx="616300" cy="150675"/>
            </a:xfrm>
            <a:custGeom>
              <a:avLst/>
              <a:gdLst/>
              <a:ahLst/>
              <a:cxnLst/>
              <a:rect l="l" t="t" r="r" b="b"/>
              <a:pathLst>
                <a:path w="24652" h="6027" extrusionOk="0">
                  <a:moveTo>
                    <a:pt x="21639" y="0"/>
                  </a:moveTo>
                  <a:cubicBezTo>
                    <a:pt x="20178" y="0"/>
                    <a:pt x="18968" y="1027"/>
                    <a:pt x="18695" y="2420"/>
                  </a:cubicBezTo>
                  <a:lnTo>
                    <a:pt x="4725" y="2420"/>
                  </a:lnTo>
                  <a:cubicBezTo>
                    <a:pt x="4452" y="1370"/>
                    <a:pt x="3516" y="617"/>
                    <a:pt x="2397" y="617"/>
                  </a:cubicBezTo>
                  <a:cubicBezTo>
                    <a:pt x="1073" y="617"/>
                    <a:pt x="1" y="1689"/>
                    <a:pt x="1" y="3013"/>
                  </a:cubicBezTo>
                  <a:cubicBezTo>
                    <a:pt x="1" y="4337"/>
                    <a:pt x="1073" y="5410"/>
                    <a:pt x="2397" y="5410"/>
                  </a:cubicBezTo>
                  <a:cubicBezTo>
                    <a:pt x="3721" y="5410"/>
                    <a:pt x="4817" y="4337"/>
                    <a:pt x="4817" y="3013"/>
                  </a:cubicBezTo>
                  <a:lnTo>
                    <a:pt x="18626" y="3013"/>
                  </a:lnTo>
                  <a:cubicBezTo>
                    <a:pt x="18626" y="4679"/>
                    <a:pt x="19973" y="6026"/>
                    <a:pt x="21639" y="6026"/>
                  </a:cubicBezTo>
                  <a:cubicBezTo>
                    <a:pt x="23305" y="6026"/>
                    <a:pt x="24652" y="4679"/>
                    <a:pt x="24652" y="3013"/>
                  </a:cubicBezTo>
                  <a:cubicBezTo>
                    <a:pt x="24652" y="1347"/>
                    <a:pt x="23305" y="0"/>
                    <a:pt x="21639" y="0"/>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44"/>
            <p:cNvSpPr/>
            <p:nvPr/>
          </p:nvSpPr>
          <p:spPr>
            <a:xfrm>
              <a:off x="5762975" y="3542525"/>
              <a:ext cx="736150" cy="150675"/>
            </a:xfrm>
            <a:custGeom>
              <a:avLst/>
              <a:gdLst/>
              <a:ahLst/>
              <a:cxnLst/>
              <a:rect l="l" t="t" r="r" b="b"/>
              <a:pathLst>
                <a:path w="29446" h="6027" extrusionOk="0">
                  <a:moveTo>
                    <a:pt x="26455" y="1"/>
                  </a:moveTo>
                  <a:cubicBezTo>
                    <a:pt x="24994" y="1"/>
                    <a:pt x="23785" y="1028"/>
                    <a:pt x="23511" y="2420"/>
                  </a:cubicBezTo>
                  <a:lnTo>
                    <a:pt x="4725" y="2420"/>
                  </a:lnTo>
                  <a:cubicBezTo>
                    <a:pt x="4452" y="1370"/>
                    <a:pt x="3516" y="617"/>
                    <a:pt x="2397" y="617"/>
                  </a:cubicBezTo>
                  <a:cubicBezTo>
                    <a:pt x="1073" y="617"/>
                    <a:pt x="1" y="1690"/>
                    <a:pt x="1" y="3014"/>
                  </a:cubicBezTo>
                  <a:cubicBezTo>
                    <a:pt x="1" y="4338"/>
                    <a:pt x="1073" y="5410"/>
                    <a:pt x="2397" y="5410"/>
                  </a:cubicBezTo>
                  <a:cubicBezTo>
                    <a:pt x="3721" y="5410"/>
                    <a:pt x="4817" y="4338"/>
                    <a:pt x="4817" y="3014"/>
                  </a:cubicBezTo>
                  <a:lnTo>
                    <a:pt x="23442" y="3014"/>
                  </a:lnTo>
                  <a:cubicBezTo>
                    <a:pt x="23442" y="4680"/>
                    <a:pt x="24789" y="6027"/>
                    <a:pt x="26455" y="6027"/>
                  </a:cubicBezTo>
                  <a:cubicBezTo>
                    <a:pt x="28099" y="6027"/>
                    <a:pt x="29445" y="4680"/>
                    <a:pt x="29445" y="3014"/>
                  </a:cubicBezTo>
                  <a:cubicBezTo>
                    <a:pt x="29445" y="1347"/>
                    <a:pt x="28099" y="1"/>
                    <a:pt x="26455" y="1"/>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44"/>
            <p:cNvSpPr/>
            <p:nvPr/>
          </p:nvSpPr>
          <p:spPr>
            <a:xfrm>
              <a:off x="5822900" y="3798175"/>
              <a:ext cx="421150" cy="180350"/>
            </a:xfrm>
            <a:custGeom>
              <a:avLst/>
              <a:gdLst/>
              <a:ahLst/>
              <a:cxnLst/>
              <a:rect l="l" t="t" r="r" b="b"/>
              <a:pathLst>
                <a:path w="16846" h="7214" extrusionOk="0">
                  <a:moveTo>
                    <a:pt x="13239" y="0"/>
                  </a:moveTo>
                  <a:cubicBezTo>
                    <a:pt x="11436" y="0"/>
                    <a:pt x="9975" y="1301"/>
                    <a:pt x="9678" y="3013"/>
                  </a:cubicBezTo>
                  <a:lnTo>
                    <a:pt x="3493" y="3013"/>
                  </a:lnTo>
                  <a:cubicBezTo>
                    <a:pt x="3264" y="2306"/>
                    <a:pt x="2602" y="1804"/>
                    <a:pt x="1803" y="1804"/>
                  </a:cubicBezTo>
                  <a:cubicBezTo>
                    <a:pt x="822" y="1804"/>
                    <a:pt x="0" y="2603"/>
                    <a:pt x="0" y="3607"/>
                  </a:cubicBezTo>
                  <a:cubicBezTo>
                    <a:pt x="0" y="4611"/>
                    <a:pt x="822" y="5410"/>
                    <a:pt x="1803" y="5410"/>
                  </a:cubicBezTo>
                  <a:cubicBezTo>
                    <a:pt x="2808" y="5410"/>
                    <a:pt x="3607" y="4611"/>
                    <a:pt x="3607" y="3607"/>
                  </a:cubicBezTo>
                  <a:lnTo>
                    <a:pt x="9633" y="3607"/>
                  </a:lnTo>
                  <a:cubicBezTo>
                    <a:pt x="9633" y="5593"/>
                    <a:pt x="11230" y="7213"/>
                    <a:pt x="13239" y="7213"/>
                  </a:cubicBezTo>
                  <a:cubicBezTo>
                    <a:pt x="15225" y="7213"/>
                    <a:pt x="16845" y="5593"/>
                    <a:pt x="16845" y="3607"/>
                  </a:cubicBezTo>
                  <a:cubicBezTo>
                    <a:pt x="16845" y="1621"/>
                    <a:pt x="15225" y="0"/>
                    <a:pt x="13239" y="0"/>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44"/>
            <p:cNvSpPr/>
            <p:nvPr/>
          </p:nvSpPr>
          <p:spPr>
            <a:xfrm>
              <a:off x="5913050" y="3963650"/>
              <a:ext cx="150675" cy="150100"/>
            </a:xfrm>
            <a:custGeom>
              <a:avLst/>
              <a:gdLst/>
              <a:ahLst/>
              <a:cxnLst/>
              <a:rect l="l" t="t" r="r" b="b"/>
              <a:pathLst>
                <a:path w="6027" h="6004" extrusionOk="0">
                  <a:moveTo>
                    <a:pt x="3014" y="1"/>
                  </a:moveTo>
                  <a:cubicBezTo>
                    <a:pt x="1347" y="1"/>
                    <a:pt x="1" y="1347"/>
                    <a:pt x="1" y="2991"/>
                  </a:cubicBezTo>
                  <a:cubicBezTo>
                    <a:pt x="1" y="4657"/>
                    <a:pt x="1347" y="6004"/>
                    <a:pt x="3014" y="6004"/>
                  </a:cubicBezTo>
                  <a:cubicBezTo>
                    <a:pt x="4680" y="6004"/>
                    <a:pt x="6027" y="4657"/>
                    <a:pt x="6027" y="2991"/>
                  </a:cubicBezTo>
                  <a:cubicBezTo>
                    <a:pt x="6027" y="1347"/>
                    <a:pt x="4680" y="1"/>
                    <a:pt x="3014" y="1"/>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44"/>
            <p:cNvSpPr/>
            <p:nvPr/>
          </p:nvSpPr>
          <p:spPr>
            <a:xfrm>
              <a:off x="5822900" y="4113725"/>
              <a:ext cx="376075" cy="120425"/>
            </a:xfrm>
            <a:custGeom>
              <a:avLst/>
              <a:gdLst/>
              <a:ahLst/>
              <a:cxnLst/>
              <a:rect l="l" t="t" r="r" b="b"/>
              <a:pathLst>
                <a:path w="15043" h="4817" extrusionOk="0">
                  <a:moveTo>
                    <a:pt x="2420" y="1"/>
                  </a:moveTo>
                  <a:cubicBezTo>
                    <a:pt x="1073" y="1"/>
                    <a:pt x="0" y="1074"/>
                    <a:pt x="0" y="2397"/>
                  </a:cubicBezTo>
                  <a:cubicBezTo>
                    <a:pt x="0" y="3721"/>
                    <a:pt x="1073" y="4817"/>
                    <a:pt x="2420" y="4817"/>
                  </a:cubicBezTo>
                  <a:cubicBezTo>
                    <a:pt x="3538" y="4817"/>
                    <a:pt x="4474" y="4041"/>
                    <a:pt x="4748" y="3014"/>
                  </a:cubicBezTo>
                  <a:lnTo>
                    <a:pt x="11527" y="3014"/>
                  </a:lnTo>
                  <a:cubicBezTo>
                    <a:pt x="11778" y="3699"/>
                    <a:pt x="12440" y="4201"/>
                    <a:pt x="13239" y="4201"/>
                  </a:cubicBezTo>
                  <a:cubicBezTo>
                    <a:pt x="14220" y="4201"/>
                    <a:pt x="15042" y="3402"/>
                    <a:pt x="15042" y="2397"/>
                  </a:cubicBezTo>
                  <a:cubicBezTo>
                    <a:pt x="15042" y="1416"/>
                    <a:pt x="14220" y="594"/>
                    <a:pt x="13239" y="594"/>
                  </a:cubicBezTo>
                  <a:cubicBezTo>
                    <a:pt x="12235" y="594"/>
                    <a:pt x="11436" y="1416"/>
                    <a:pt x="11436" y="2397"/>
                  </a:cubicBezTo>
                  <a:lnTo>
                    <a:pt x="4816" y="2397"/>
                  </a:lnTo>
                  <a:cubicBezTo>
                    <a:pt x="4816" y="1074"/>
                    <a:pt x="3744" y="1"/>
                    <a:pt x="2420" y="1"/>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44"/>
            <p:cNvSpPr/>
            <p:nvPr/>
          </p:nvSpPr>
          <p:spPr>
            <a:xfrm>
              <a:off x="5777825" y="4279225"/>
              <a:ext cx="586050" cy="90175"/>
            </a:xfrm>
            <a:custGeom>
              <a:avLst/>
              <a:gdLst/>
              <a:ahLst/>
              <a:cxnLst/>
              <a:rect l="l" t="t" r="r" b="b"/>
              <a:pathLst>
                <a:path w="23442" h="3607" extrusionOk="0">
                  <a:moveTo>
                    <a:pt x="1803" y="0"/>
                  </a:moveTo>
                  <a:cubicBezTo>
                    <a:pt x="822" y="0"/>
                    <a:pt x="0" y="799"/>
                    <a:pt x="0" y="1803"/>
                  </a:cubicBezTo>
                  <a:cubicBezTo>
                    <a:pt x="0" y="2785"/>
                    <a:pt x="822" y="3607"/>
                    <a:pt x="1803" y="3607"/>
                  </a:cubicBezTo>
                  <a:cubicBezTo>
                    <a:pt x="2602" y="3607"/>
                    <a:pt x="3264" y="3104"/>
                    <a:pt x="3492" y="2397"/>
                  </a:cubicBezTo>
                  <a:lnTo>
                    <a:pt x="19949" y="2397"/>
                  </a:lnTo>
                  <a:cubicBezTo>
                    <a:pt x="20200" y="3104"/>
                    <a:pt x="20862" y="3607"/>
                    <a:pt x="21638" y="3607"/>
                  </a:cubicBezTo>
                  <a:cubicBezTo>
                    <a:pt x="22643" y="3607"/>
                    <a:pt x="23442" y="2785"/>
                    <a:pt x="23442" y="1803"/>
                  </a:cubicBezTo>
                  <a:cubicBezTo>
                    <a:pt x="23442" y="799"/>
                    <a:pt x="22643" y="0"/>
                    <a:pt x="21638" y="0"/>
                  </a:cubicBezTo>
                  <a:cubicBezTo>
                    <a:pt x="20657" y="0"/>
                    <a:pt x="19835" y="799"/>
                    <a:pt x="19835" y="1803"/>
                  </a:cubicBezTo>
                  <a:lnTo>
                    <a:pt x="3606" y="1803"/>
                  </a:lnTo>
                  <a:cubicBezTo>
                    <a:pt x="3606" y="799"/>
                    <a:pt x="2808" y="0"/>
                    <a:pt x="1803" y="0"/>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44"/>
            <p:cNvSpPr/>
            <p:nvPr/>
          </p:nvSpPr>
          <p:spPr>
            <a:xfrm>
              <a:off x="5867975" y="2535925"/>
              <a:ext cx="676225" cy="119875"/>
            </a:xfrm>
            <a:custGeom>
              <a:avLst/>
              <a:gdLst/>
              <a:ahLst/>
              <a:cxnLst/>
              <a:rect l="l" t="t" r="r" b="b"/>
              <a:pathLst>
                <a:path w="27049" h="4795" extrusionOk="0">
                  <a:moveTo>
                    <a:pt x="24652" y="1"/>
                  </a:moveTo>
                  <a:cubicBezTo>
                    <a:pt x="23328" y="1"/>
                    <a:pt x="22255" y="1074"/>
                    <a:pt x="22255" y="2398"/>
                  </a:cubicBezTo>
                  <a:lnTo>
                    <a:pt x="2991" y="2398"/>
                  </a:lnTo>
                  <a:cubicBezTo>
                    <a:pt x="2854" y="1713"/>
                    <a:pt x="2237" y="1188"/>
                    <a:pt x="1507" y="1188"/>
                  </a:cubicBezTo>
                  <a:cubicBezTo>
                    <a:pt x="685" y="1188"/>
                    <a:pt x="0" y="1873"/>
                    <a:pt x="0" y="2694"/>
                  </a:cubicBezTo>
                  <a:cubicBezTo>
                    <a:pt x="0" y="3539"/>
                    <a:pt x="685" y="4201"/>
                    <a:pt x="1507" y="4201"/>
                  </a:cubicBezTo>
                  <a:cubicBezTo>
                    <a:pt x="2237" y="4201"/>
                    <a:pt x="2854" y="3676"/>
                    <a:pt x="2991" y="2991"/>
                  </a:cubicBezTo>
                  <a:lnTo>
                    <a:pt x="22324" y="2991"/>
                  </a:lnTo>
                  <a:cubicBezTo>
                    <a:pt x="22598" y="4041"/>
                    <a:pt x="23533" y="4794"/>
                    <a:pt x="24652" y="4794"/>
                  </a:cubicBezTo>
                  <a:cubicBezTo>
                    <a:pt x="25976" y="4794"/>
                    <a:pt x="27048" y="3721"/>
                    <a:pt x="27048" y="2398"/>
                  </a:cubicBezTo>
                  <a:cubicBezTo>
                    <a:pt x="27048" y="1074"/>
                    <a:pt x="25976" y="1"/>
                    <a:pt x="24652" y="1"/>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44"/>
            <p:cNvSpPr/>
            <p:nvPr/>
          </p:nvSpPr>
          <p:spPr>
            <a:xfrm>
              <a:off x="5793225" y="3392450"/>
              <a:ext cx="750975" cy="150100"/>
            </a:xfrm>
            <a:custGeom>
              <a:avLst/>
              <a:gdLst/>
              <a:ahLst/>
              <a:cxnLst/>
              <a:rect l="l" t="t" r="r" b="b"/>
              <a:pathLst>
                <a:path w="30039" h="6004" extrusionOk="0">
                  <a:moveTo>
                    <a:pt x="2990" y="1"/>
                  </a:moveTo>
                  <a:cubicBezTo>
                    <a:pt x="1347" y="1"/>
                    <a:pt x="0" y="1347"/>
                    <a:pt x="0" y="2991"/>
                  </a:cubicBezTo>
                  <a:cubicBezTo>
                    <a:pt x="0" y="4657"/>
                    <a:pt x="1347" y="6004"/>
                    <a:pt x="2990" y="6004"/>
                  </a:cubicBezTo>
                  <a:cubicBezTo>
                    <a:pt x="4451" y="6004"/>
                    <a:pt x="5661" y="4977"/>
                    <a:pt x="5935" y="3607"/>
                  </a:cubicBezTo>
                  <a:lnTo>
                    <a:pt x="25314" y="3607"/>
                  </a:lnTo>
                  <a:cubicBezTo>
                    <a:pt x="25588" y="4634"/>
                    <a:pt x="26523" y="5410"/>
                    <a:pt x="27642" y="5410"/>
                  </a:cubicBezTo>
                  <a:cubicBezTo>
                    <a:pt x="28966" y="5410"/>
                    <a:pt x="30038" y="4337"/>
                    <a:pt x="30038" y="2991"/>
                  </a:cubicBezTo>
                  <a:cubicBezTo>
                    <a:pt x="30038" y="1667"/>
                    <a:pt x="28966" y="594"/>
                    <a:pt x="27642" y="594"/>
                  </a:cubicBezTo>
                  <a:cubicBezTo>
                    <a:pt x="26318" y="594"/>
                    <a:pt x="25245" y="1667"/>
                    <a:pt x="25245" y="2991"/>
                  </a:cubicBezTo>
                  <a:lnTo>
                    <a:pt x="6003" y="2991"/>
                  </a:lnTo>
                  <a:cubicBezTo>
                    <a:pt x="6003" y="1347"/>
                    <a:pt x="4657" y="1"/>
                    <a:pt x="2990" y="1"/>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44"/>
            <p:cNvSpPr/>
            <p:nvPr/>
          </p:nvSpPr>
          <p:spPr>
            <a:xfrm>
              <a:off x="5913050" y="3241800"/>
              <a:ext cx="616300" cy="150675"/>
            </a:xfrm>
            <a:custGeom>
              <a:avLst/>
              <a:gdLst/>
              <a:ahLst/>
              <a:cxnLst/>
              <a:rect l="l" t="t" r="r" b="b"/>
              <a:pathLst>
                <a:path w="24652" h="6027" extrusionOk="0">
                  <a:moveTo>
                    <a:pt x="3014" y="1"/>
                  </a:moveTo>
                  <a:cubicBezTo>
                    <a:pt x="1347" y="1"/>
                    <a:pt x="1" y="1348"/>
                    <a:pt x="1" y="3014"/>
                  </a:cubicBezTo>
                  <a:cubicBezTo>
                    <a:pt x="1" y="4680"/>
                    <a:pt x="1347" y="6027"/>
                    <a:pt x="3014" y="6027"/>
                  </a:cubicBezTo>
                  <a:cubicBezTo>
                    <a:pt x="4474" y="6027"/>
                    <a:pt x="5684" y="5000"/>
                    <a:pt x="5958" y="3607"/>
                  </a:cubicBezTo>
                  <a:lnTo>
                    <a:pt x="20543" y="3607"/>
                  </a:lnTo>
                  <a:cubicBezTo>
                    <a:pt x="20795" y="4497"/>
                    <a:pt x="21593" y="5114"/>
                    <a:pt x="22552" y="5114"/>
                  </a:cubicBezTo>
                  <a:cubicBezTo>
                    <a:pt x="23716" y="5114"/>
                    <a:pt x="24652" y="4178"/>
                    <a:pt x="24652" y="3014"/>
                  </a:cubicBezTo>
                  <a:cubicBezTo>
                    <a:pt x="24652" y="1850"/>
                    <a:pt x="23716" y="914"/>
                    <a:pt x="22552" y="914"/>
                  </a:cubicBezTo>
                  <a:cubicBezTo>
                    <a:pt x="21388" y="914"/>
                    <a:pt x="20452" y="1850"/>
                    <a:pt x="20452" y="3014"/>
                  </a:cubicBezTo>
                  <a:lnTo>
                    <a:pt x="6027" y="3014"/>
                  </a:lnTo>
                  <a:cubicBezTo>
                    <a:pt x="6027" y="1348"/>
                    <a:pt x="4680" y="1"/>
                    <a:pt x="3014" y="1"/>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44"/>
            <p:cNvSpPr/>
            <p:nvPr/>
          </p:nvSpPr>
          <p:spPr>
            <a:xfrm>
              <a:off x="6063700" y="3091725"/>
              <a:ext cx="405750" cy="180350"/>
            </a:xfrm>
            <a:custGeom>
              <a:avLst/>
              <a:gdLst/>
              <a:ahLst/>
              <a:cxnLst/>
              <a:rect l="l" t="t" r="r" b="b"/>
              <a:pathLst>
                <a:path w="16230" h="7214" extrusionOk="0">
                  <a:moveTo>
                    <a:pt x="3607" y="1"/>
                  </a:moveTo>
                  <a:cubicBezTo>
                    <a:pt x="1598" y="1"/>
                    <a:pt x="1" y="1621"/>
                    <a:pt x="1" y="3607"/>
                  </a:cubicBezTo>
                  <a:cubicBezTo>
                    <a:pt x="1" y="5593"/>
                    <a:pt x="1598" y="7214"/>
                    <a:pt x="3607" y="7214"/>
                  </a:cubicBezTo>
                  <a:cubicBezTo>
                    <a:pt x="5593" y="7214"/>
                    <a:pt x="7213" y="5593"/>
                    <a:pt x="7213" y="3607"/>
                  </a:cubicBezTo>
                  <a:lnTo>
                    <a:pt x="12029" y="3607"/>
                  </a:lnTo>
                  <a:cubicBezTo>
                    <a:pt x="12189" y="4634"/>
                    <a:pt x="13057" y="5410"/>
                    <a:pt x="14129" y="5410"/>
                  </a:cubicBezTo>
                  <a:cubicBezTo>
                    <a:pt x="15271" y="5410"/>
                    <a:pt x="16229" y="4475"/>
                    <a:pt x="16229" y="3310"/>
                  </a:cubicBezTo>
                  <a:cubicBezTo>
                    <a:pt x="16229" y="2146"/>
                    <a:pt x="15271" y="1211"/>
                    <a:pt x="14129" y="1211"/>
                  </a:cubicBezTo>
                  <a:cubicBezTo>
                    <a:pt x="13057" y="1211"/>
                    <a:pt x="12189" y="1987"/>
                    <a:pt x="12029" y="3014"/>
                  </a:cubicBezTo>
                  <a:lnTo>
                    <a:pt x="7145" y="3014"/>
                  </a:lnTo>
                  <a:cubicBezTo>
                    <a:pt x="6871" y="1302"/>
                    <a:pt x="5387" y="1"/>
                    <a:pt x="3607" y="1"/>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45" descr="Timeline background shape"/>
          <p:cNvSpPr/>
          <p:nvPr/>
        </p:nvSpPr>
        <p:spPr>
          <a:xfrm>
            <a:off x="37" y="508255"/>
            <a:ext cx="6717300" cy="669900"/>
          </a:xfrm>
          <a:prstGeom prst="homePlate">
            <a:avLst>
              <a:gd name="adj" fmla="val 5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45"/>
          <p:cNvSpPr/>
          <p:nvPr/>
        </p:nvSpPr>
        <p:spPr>
          <a:xfrm>
            <a:off x="0" y="249925"/>
            <a:ext cx="2057664" cy="708866"/>
          </a:xfrm>
          <a:custGeom>
            <a:avLst/>
            <a:gdLst/>
            <a:ahLst/>
            <a:cxnLst/>
            <a:rect l="l" t="t" r="r" b="b"/>
            <a:pathLst>
              <a:path w="5809" h="3199" extrusionOk="0">
                <a:moveTo>
                  <a:pt x="1" y="1"/>
                </a:moveTo>
                <a:lnTo>
                  <a:pt x="1" y="3198"/>
                </a:lnTo>
                <a:lnTo>
                  <a:pt x="5809" y="3198"/>
                </a:lnTo>
                <a:lnTo>
                  <a:pt x="4195"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45"/>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CCEAFA"/>
                </a:solidFill>
                <a:latin typeface="Archivo"/>
                <a:ea typeface="Archivo"/>
                <a:cs typeface="Archivo"/>
                <a:sym typeface="Archivo"/>
              </a:rPr>
              <a:t>Protein Sequence</a:t>
            </a:r>
            <a:endParaRPr>
              <a:solidFill>
                <a:srgbClr val="CCEAFA"/>
              </a:solidFill>
            </a:endParaRPr>
          </a:p>
        </p:txBody>
      </p:sp>
      <p:sp>
        <p:nvSpPr>
          <p:cNvPr id="300" name="Google Shape;300;p45"/>
          <p:cNvSpPr txBox="1">
            <a:spLocks noGrp="1"/>
          </p:cNvSpPr>
          <p:nvPr>
            <p:ph type="subTitle" idx="1"/>
          </p:nvPr>
        </p:nvSpPr>
        <p:spPr>
          <a:xfrm>
            <a:off x="713225" y="1483825"/>
            <a:ext cx="7811400" cy="1810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
                <a:solidFill>
                  <a:srgbClr val="B3C3CE"/>
                </a:solidFill>
              </a:rPr>
              <a:t>Homo sapiens MDM2 proto-oncogene (MDM2), transcript variant 1, mRNA</a:t>
            </a:r>
            <a:endParaRPr>
              <a:solidFill>
                <a:srgbClr val="B3C3CE"/>
              </a:solidFill>
            </a:endParaRPr>
          </a:p>
          <a:p>
            <a:pPr marL="0" lvl="0" indent="0" algn="l" rtl="0">
              <a:spcBef>
                <a:spcPts val="0"/>
              </a:spcBef>
              <a:spcAft>
                <a:spcPts val="0"/>
              </a:spcAft>
              <a:buNone/>
            </a:pPr>
            <a:r>
              <a:rPr lang="en">
                <a:solidFill>
                  <a:srgbClr val="B3C3CE"/>
                </a:solidFill>
              </a:rPr>
              <a:t>NCBI Reference Sequence: NM_002392.6</a:t>
            </a:r>
            <a:endParaRPr>
              <a:solidFill>
                <a:srgbClr val="B3C3CE"/>
              </a:solidFill>
            </a:endParaRPr>
          </a:p>
          <a:p>
            <a:pPr marL="0" lvl="0" indent="0" algn="l" rtl="0">
              <a:lnSpc>
                <a:spcPct val="150000"/>
              </a:lnSpc>
              <a:spcBef>
                <a:spcPts val="0"/>
              </a:spcBef>
              <a:spcAft>
                <a:spcPts val="0"/>
              </a:spcAft>
              <a:buNone/>
            </a:pPr>
            <a:endParaRPr sz="1200"/>
          </a:p>
          <a:p>
            <a:pPr marL="0" lvl="0" indent="0" algn="l" rtl="0">
              <a:lnSpc>
                <a:spcPct val="150000"/>
              </a:lnSpc>
              <a:spcBef>
                <a:spcPts val="0"/>
              </a:spcBef>
              <a:spcAft>
                <a:spcPts val="0"/>
              </a:spcAft>
              <a:buNone/>
            </a:pPr>
            <a:r>
              <a:rPr lang="en" sz="1200">
                <a:solidFill>
                  <a:srgbClr val="EEF0FF"/>
                </a:solidFill>
              </a:rPr>
              <a:t>MVRSRQMCNTNMSVPTDGAVTTSQIPASEQETLVRPKPLLLKLLKSVGAQKDTYTMKEVLFYLGQYIMTKRLYDEKQQHIVYCSNDLLGDLFGVPSFSVKEHRKIYTMIYRNLVVVNQQESSDSGTSVSENRCHLEGGSDQKDLVQELQEEKPSSSHLVSRPSTSSRRRAISETEENSDELSGERQRKRHKSDSISLSFDESLALCVIREICCERSSSSESTGTPSNPDLDAGVSEHSGDWLDQDSVSDQFSVEFEVESLDSEDYSLSEEGQELSDEDDEVYQVTVYQAGESDTDSFEEDPEISLADYWKCTSCNEMNPPLPSHCNRCWALRENWLPEDKGKDKGEISEKAKLENSTQAEEGFDVPDCKKTIVNDSRESCVEENDDKITQASQSQESEDYSQPSTSSSIIYSSQEDVKEFEREETQDKEESVESSLPLNAIEPCVICQGRPKNGCIVHGKTGHLMACFTCAKKLKKRNKPCPVCRQPIQMIVLTYFP</a:t>
            </a:r>
            <a:endParaRPr>
              <a:solidFill>
                <a:srgbClr val="EEF0FF"/>
              </a:solidFill>
            </a:endParaRPr>
          </a:p>
        </p:txBody>
      </p:sp>
      <p:sp>
        <p:nvSpPr>
          <p:cNvPr id="301" name="Google Shape;301;p45"/>
          <p:cNvSpPr txBox="1"/>
          <p:nvPr/>
        </p:nvSpPr>
        <p:spPr>
          <a:xfrm>
            <a:off x="713225" y="4126825"/>
            <a:ext cx="3000000" cy="4002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ts val="0"/>
              </a:spcBef>
              <a:spcAft>
                <a:spcPts val="0"/>
              </a:spcAft>
              <a:buNone/>
            </a:pPr>
            <a:r>
              <a:rPr lang="en">
                <a:solidFill>
                  <a:srgbClr val="B3C3CE"/>
                </a:solidFill>
                <a:latin typeface="Archivo"/>
                <a:ea typeface="Archivo"/>
                <a:cs typeface="Archivo"/>
                <a:sym typeface="Archivo"/>
              </a:rPr>
              <a:t>Sequence Length: 497 Amino Acids</a:t>
            </a:r>
            <a:endParaRPr>
              <a:solidFill>
                <a:srgbClr val="B3C3CE"/>
              </a:solidFill>
              <a:latin typeface="Archivo"/>
              <a:ea typeface="Archivo"/>
              <a:cs typeface="Archivo"/>
              <a:sym typeface="Archiv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6"/>
          <p:cNvSpPr txBox="1">
            <a:spLocks noGrp="1"/>
          </p:cNvSpPr>
          <p:nvPr>
            <p:ph type="subTitle" idx="1"/>
          </p:nvPr>
        </p:nvSpPr>
        <p:spPr>
          <a:xfrm>
            <a:off x="460900" y="4245325"/>
            <a:ext cx="7811400" cy="1041300"/>
          </a:xfrm>
          <a:prstGeom prst="rect">
            <a:avLst/>
          </a:prstGeom>
        </p:spPr>
        <p:txBody>
          <a:bodyPr spcFirstLastPara="1" wrap="square" lIns="91425" tIns="91425" rIns="91425" bIns="91425" anchor="ctr" anchorCtr="0">
            <a:noAutofit/>
          </a:bodyPr>
          <a:lstStyle/>
          <a:p>
            <a:pPr marL="457200" lvl="0" indent="-330200" algn="l" rtl="0">
              <a:lnSpc>
                <a:spcPct val="150000"/>
              </a:lnSpc>
              <a:spcBef>
                <a:spcPts val="0"/>
              </a:spcBef>
              <a:spcAft>
                <a:spcPts val="0"/>
              </a:spcAft>
              <a:buClr>
                <a:srgbClr val="B3C3CE"/>
              </a:buClr>
              <a:buSzPts val="1600"/>
              <a:buChar char="●"/>
            </a:pPr>
            <a:r>
              <a:rPr lang="en">
                <a:solidFill>
                  <a:srgbClr val="B3C3CE"/>
                </a:solidFill>
              </a:rPr>
              <a:t>Precise Position | Chromosome 12: 69110024–69386333 (276309 Nucleotides)</a:t>
            </a:r>
            <a:endParaRPr sz="1200">
              <a:solidFill>
                <a:srgbClr val="B3C3CE"/>
              </a:solidFill>
            </a:endParaRPr>
          </a:p>
        </p:txBody>
      </p:sp>
      <p:sp>
        <p:nvSpPr>
          <p:cNvPr id="307" name="Google Shape;307;p46" descr="Timeline background shape"/>
          <p:cNvSpPr/>
          <p:nvPr/>
        </p:nvSpPr>
        <p:spPr>
          <a:xfrm>
            <a:off x="37" y="508255"/>
            <a:ext cx="6717300" cy="669900"/>
          </a:xfrm>
          <a:prstGeom prst="homePlate">
            <a:avLst>
              <a:gd name="adj" fmla="val 5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46"/>
          <p:cNvSpPr/>
          <p:nvPr/>
        </p:nvSpPr>
        <p:spPr>
          <a:xfrm>
            <a:off x="0" y="249925"/>
            <a:ext cx="2057664" cy="708866"/>
          </a:xfrm>
          <a:custGeom>
            <a:avLst/>
            <a:gdLst/>
            <a:ahLst/>
            <a:cxnLst/>
            <a:rect l="l" t="t" r="r" b="b"/>
            <a:pathLst>
              <a:path w="5809" h="3199" extrusionOk="0">
                <a:moveTo>
                  <a:pt x="1" y="1"/>
                </a:moveTo>
                <a:lnTo>
                  <a:pt x="1" y="3198"/>
                </a:lnTo>
                <a:lnTo>
                  <a:pt x="5809" y="3198"/>
                </a:lnTo>
                <a:lnTo>
                  <a:pt x="4195"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46"/>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CCEAFA"/>
                </a:solidFill>
                <a:latin typeface="Archivo"/>
                <a:ea typeface="Archivo"/>
                <a:cs typeface="Archivo"/>
                <a:sym typeface="Archivo"/>
              </a:rPr>
              <a:t>Genomic Region</a:t>
            </a:r>
            <a:endParaRPr>
              <a:solidFill>
                <a:srgbClr val="CCEAFA"/>
              </a:solidFill>
            </a:endParaRPr>
          </a:p>
        </p:txBody>
      </p:sp>
      <p:pic>
        <p:nvPicPr>
          <p:cNvPr id="310" name="Google Shape;310;p46"/>
          <p:cNvPicPr preferRelativeResize="0"/>
          <p:nvPr/>
        </p:nvPicPr>
        <p:blipFill>
          <a:blip r:embed="rId3">
            <a:alphaModFix/>
          </a:blip>
          <a:stretch>
            <a:fillRect/>
          </a:stretch>
        </p:blipFill>
        <p:spPr>
          <a:xfrm>
            <a:off x="1040050" y="2262525"/>
            <a:ext cx="7063911" cy="2251226"/>
          </a:xfrm>
          <a:prstGeom prst="rect">
            <a:avLst/>
          </a:prstGeom>
          <a:noFill/>
          <a:ln w="28575" cap="flat" cmpd="sng">
            <a:solidFill>
              <a:srgbClr val="5F8195"/>
            </a:solidFill>
            <a:prstDash val="solid"/>
            <a:round/>
            <a:headEnd type="none" w="sm" len="sm"/>
            <a:tailEnd type="none" w="sm" len="sm"/>
          </a:ln>
        </p:spPr>
      </p:pic>
      <p:pic>
        <p:nvPicPr>
          <p:cNvPr id="311" name="Google Shape;311;p46"/>
          <p:cNvPicPr preferRelativeResize="0"/>
          <p:nvPr/>
        </p:nvPicPr>
        <p:blipFill>
          <a:blip r:embed="rId4">
            <a:alphaModFix/>
          </a:blip>
          <a:stretch>
            <a:fillRect/>
          </a:stretch>
        </p:blipFill>
        <p:spPr>
          <a:xfrm>
            <a:off x="1040050" y="1373525"/>
            <a:ext cx="7063902" cy="768224"/>
          </a:xfrm>
          <a:prstGeom prst="rect">
            <a:avLst/>
          </a:prstGeom>
          <a:noFill/>
          <a:ln w="28575" cap="flat" cmpd="sng">
            <a:solidFill>
              <a:srgbClr val="5F8195"/>
            </a:solidFill>
            <a:prstDash val="solid"/>
            <a:round/>
            <a:headEnd type="none" w="sm" len="sm"/>
            <a:tailEnd type="none" w="sm" len="sm"/>
          </a:ln>
        </p:spPr>
      </p:pic>
      <p:sp>
        <p:nvSpPr>
          <p:cNvPr id="312" name="Google Shape;312;p46"/>
          <p:cNvSpPr/>
          <p:nvPr/>
        </p:nvSpPr>
        <p:spPr>
          <a:xfrm>
            <a:off x="6024600" y="3681350"/>
            <a:ext cx="826800" cy="198600"/>
          </a:xfrm>
          <a:prstGeom prst="rect">
            <a:avLst/>
          </a:prstGeom>
          <a:noFill/>
          <a:ln w="19050" cap="flat" cmpd="sng">
            <a:solidFill>
              <a:srgbClr val="FF6B6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47"/>
          <p:cNvSpPr/>
          <p:nvPr/>
        </p:nvSpPr>
        <p:spPr>
          <a:xfrm>
            <a:off x="7537069" y="3915924"/>
            <a:ext cx="1392190" cy="1023994"/>
          </a:xfrm>
          <a:custGeom>
            <a:avLst/>
            <a:gdLst/>
            <a:ahLst/>
            <a:cxnLst/>
            <a:rect l="l" t="t" r="r" b="b"/>
            <a:pathLst>
              <a:path w="12603" h="11565" extrusionOk="0">
                <a:moveTo>
                  <a:pt x="9200" y="822"/>
                </a:moveTo>
                <a:lnTo>
                  <a:pt x="11311" y="2933"/>
                </a:lnTo>
                <a:cubicBezTo>
                  <a:pt x="11279" y="3185"/>
                  <a:pt x="11185" y="3437"/>
                  <a:pt x="11090" y="3689"/>
                </a:cubicBezTo>
                <a:lnTo>
                  <a:pt x="8444" y="1074"/>
                </a:lnTo>
                <a:cubicBezTo>
                  <a:pt x="8664" y="948"/>
                  <a:pt x="8916" y="853"/>
                  <a:pt x="9200" y="822"/>
                </a:cubicBezTo>
                <a:close/>
                <a:moveTo>
                  <a:pt x="7814" y="1389"/>
                </a:moveTo>
                <a:lnTo>
                  <a:pt x="10712" y="4287"/>
                </a:lnTo>
                <a:cubicBezTo>
                  <a:pt x="10649" y="4413"/>
                  <a:pt x="10555" y="4476"/>
                  <a:pt x="10492" y="4571"/>
                </a:cubicBezTo>
                <a:cubicBezTo>
                  <a:pt x="10397" y="4634"/>
                  <a:pt x="10334" y="4728"/>
                  <a:pt x="10208" y="4791"/>
                </a:cubicBezTo>
                <a:lnTo>
                  <a:pt x="7310" y="1893"/>
                </a:lnTo>
                <a:cubicBezTo>
                  <a:pt x="7373" y="1798"/>
                  <a:pt x="7467" y="1704"/>
                  <a:pt x="7530" y="1609"/>
                </a:cubicBezTo>
                <a:cubicBezTo>
                  <a:pt x="7625" y="1546"/>
                  <a:pt x="7688" y="1452"/>
                  <a:pt x="7814" y="1389"/>
                </a:cubicBezTo>
                <a:close/>
                <a:moveTo>
                  <a:pt x="6994" y="2523"/>
                </a:moveTo>
                <a:lnTo>
                  <a:pt x="9609" y="5169"/>
                </a:lnTo>
                <a:cubicBezTo>
                  <a:pt x="9389" y="5264"/>
                  <a:pt x="9105" y="5327"/>
                  <a:pt x="8885" y="5390"/>
                </a:cubicBezTo>
                <a:lnTo>
                  <a:pt x="6742" y="3279"/>
                </a:lnTo>
                <a:cubicBezTo>
                  <a:pt x="6774" y="3027"/>
                  <a:pt x="6868" y="2743"/>
                  <a:pt x="6994" y="2523"/>
                </a:cubicBezTo>
                <a:close/>
                <a:moveTo>
                  <a:pt x="3812" y="6209"/>
                </a:moveTo>
                <a:lnTo>
                  <a:pt x="5923" y="8351"/>
                </a:lnTo>
                <a:cubicBezTo>
                  <a:pt x="5892" y="8572"/>
                  <a:pt x="5797" y="8855"/>
                  <a:pt x="5671" y="9107"/>
                </a:cubicBezTo>
                <a:lnTo>
                  <a:pt x="3056" y="6461"/>
                </a:lnTo>
                <a:cubicBezTo>
                  <a:pt x="3277" y="6335"/>
                  <a:pt x="3560" y="6272"/>
                  <a:pt x="3812" y="6209"/>
                </a:cubicBezTo>
                <a:close/>
                <a:moveTo>
                  <a:pt x="2426" y="6776"/>
                </a:moveTo>
                <a:lnTo>
                  <a:pt x="5325" y="9675"/>
                </a:lnTo>
                <a:cubicBezTo>
                  <a:pt x="5262" y="9801"/>
                  <a:pt x="5167" y="9895"/>
                  <a:pt x="5104" y="9958"/>
                </a:cubicBezTo>
                <a:cubicBezTo>
                  <a:pt x="5010" y="10053"/>
                  <a:pt x="4947" y="10116"/>
                  <a:pt x="4821" y="10210"/>
                </a:cubicBezTo>
                <a:lnTo>
                  <a:pt x="1891" y="7280"/>
                </a:lnTo>
                <a:cubicBezTo>
                  <a:pt x="1985" y="7217"/>
                  <a:pt x="2080" y="7091"/>
                  <a:pt x="2143" y="6997"/>
                </a:cubicBezTo>
                <a:cubicBezTo>
                  <a:pt x="2206" y="6934"/>
                  <a:pt x="2300" y="6839"/>
                  <a:pt x="2426" y="6776"/>
                </a:cubicBezTo>
                <a:close/>
                <a:moveTo>
                  <a:pt x="1576" y="7910"/>
                </a:moveTo>
                <a:lnTo>
                  <a:pt x="4222" y="10557"/>
                </a:lnTo>
                <a:cubicBezTo>
                  <a:pt x="4002" y="10620"/>
                  <a:pt x="3718" y="10714"/>
                  <a:pt x="3466" y="10777"/>
                </a:cubicBezTo>
                <a:lnTo>
                  <a:pt x="1355" y="8666"/>
                </a:lnTo>
                <a:cubicBezTo>
                  <a:pt x="1387" y="8414"/>
                  <a:pt x="1481" y="8162"/>
                  <a:pt x="1576" y="7910"/>
                </a:cubicBezTo>
                <a:close/>
                <a:moveTo>
                  <a:pt x="10602" y="0"/>
                </a:moveTo>
                <a:cubicBezTo>
                  <a:pt x="9383" y="0"/>
                  <a:pt x="7954" y="274"/>
                  <a:pt x="7089" y="1168"/>
                </a:cubicBezTo>
                <a:cubicBezTo>
                  <a:pt x="6207" y="2082"/>
                  <a:pt x="5923" y="3500"/>
                  <a:pt x="5923" y="4728"/>
                </a:cubicBezTo>
                <a:cubicBezTo>
                  <a:pt x="6238" y="4760"/>
                  <a:pt x="6459" y="4791"/>
                  <a:pt x="6522" y="4791"/>
                </a:cubicBezTo>
                <a:lnTo>
                  <a:pt x="6585" y="4791"/>
                </a:lnTo>
                <a:lnTo>
                  <a:pt x="6585" y="4130"/>
                </a:lnTo>
                <a:lnTo>
                  <a:pt x="7971" y="5516"/>
                </a:lnTo>
                <a:cubicBezTo>
                  <a:pt x="7751" y="5532"/>
                  <a:pt x="7540" y="5538"/>
                  <a:pt x="7348" y="5538"/>
                </a:cubicBezTo>
                <a:cubicBezTo>
                  <a:pt x="6772" y="5538"/>
                  <a:pt x="6364" y="5484"/>
                  <a:pt x="6364" y="5484"/>
                </a:cubicBezTo>
                <a:cubicBezTo>
                  <a:pt x="6314" y="5459"/>
                  <a:pt x="5810" y="5369"/>
                  <a:pt x="5121" y="5369"/>
                </a:cubicBezTo>
                <a:cubicBezTo>
                  <a:pt x="4077" y="5369"/>
                  <a:pt x="2606" y="5575"/>
                  <a:pt x="1639" y="6524"/>
                </a:cubicBezTo>
                <a:cubicBezTo>
                  <a:pt x="0" y="8162"/>
                  <a:pt x="536" y="11155"/>
                  <a:pt x="567" y="11250"/>
                </a:cubicBezTo>
                <a:cubicBezTo>
                  <a:pt x="599" y="11407"/>
                  <a:pt x="725" y="11533"/>
                  <a:pt x="914" y="11533"/>
                </a:cubicBezTo>
                <a:lnTo>
                  <a:pt x="1009" y="11533"/>
                </a:lnTo>
                <a:cubicBezTo>
                  <a:pt x="1198" y="11502"/>
                  <a:pt x="1324" y="11344"/>
                  <a:pt x="1261" y="11155"/>
                </a:cubicBezTo>
                <a:cubicBezTo>
                  <a:pt x="1261" y="11155"/>
                  <a:pt x="1166" y="10399"/>
                  <a:pt x="1229" y="9517"/>
                </a:cubicBezTo>
                <a:lnTo>
                  <a:pt x="1229" y="9517"/>
                </a:lnTo>
                <a:lnTo>
                  <a:pt x="2615" y="10903"/>
                </a:lnTo>
                <a:cubicBezTo>
                  <a:pt x="2447" y="10903"/>
                  <a:pt x="2293" y="10917"/>
                  <a:pt x="2153" y="10917"/>
                </a:cubicBezTo>
                <a:cubicBezTo>
                  <a:pt x="2083" y="10917"/>
                  <a:pt x="2017" y="10914"/>
                  <a:pt x="1954" y="10903"/>
                </a:cubicBezTo>
                <a:lnTo>
                  <a:pt x="1954" y="10966"/>
                </a:lnTo>
                <a:cubicBezTo>
                  <a:pt x="1985" y="11187"/>
                  <a:pt x="1954" y="11407"/>
                  <a:pt x="1859" y="11565"/>
                </a:cubicBezTo>
                <a:lnTo>
                  <a:pt x="2048" y="11565"/>
                </a:lnTo>
                <a:cubicBezTo>
                  <a:pt x="3277" y="11565"/>
                  <a:pt x="4695" y="11281"/>
                  <a:pt x="5577" y="10399"/>
                </a:cubicBezTo>
                <a:cubicBezTo>
                  <a:pt x="6427" y="9517"/>
                  <a:pt x="6742" y="8068"/>
                  <a:pt x="6742" y="6839"/>
                </a:cubicBezTo>
                <a:cubicBezTo>
                  <a:pt x="6396" y="6808"/>
                  <a:pt x="6144" y="6776"/>
                  <a:pt x="6112" y="6776"/>
                </a:cubicBezTo>
                <a:lnTo>
                  <a:pt x="6049" y="6776"/>
                </a:lnTo>
                <a:lnTo>
                  <a:pt x="6049" y="7438"/>
                </a:lnTo>
                <a:lnTo>
                  <a:pt x="4663" y="6051"/>
                </a:lnTo>
                <a:cubicBezTo>
                  <a:pt x="4876" y="6036"/>
                  <a:pt x="5083" y="6030"/>
                  <a:pt x="5273" y="6030"/>
                </a:cubicBezTo>
                <a:cubicBezTo>
                  <a:pt x="5845" y="6030"/>
                  <a:pt x="6270" y="6083"/>
                  <a:pt x="6270" y="6083"/>
                </a:cubicBezTo>
                <a:cubicBezTo>
                  <a:pt x="6301" y="6083"/>
                  <a:pt x="6837" y="6178"/>
                  <a:pt x="7499" y="6178"/>
                </a:cubicBezTo>
                <a:cubicBezTo>
                  <a:pt x="8727" y="6178"/>
                  <a:pt x="10145" y="5862"/>
                  <a:pt x="10996" y="4980"/>
                </a:cubicBezTo>
                <a:cubicBezTo>
                  <a:pt x="12602" y="3374"/>
                  <a:pt x="12098" y="381"/>
                  <a:pt x="12067" y="255"/>
                </a:cubicBezTo>
                <a:cubicBezTo>
                  <a:pt x="12035" y="160"/>
                  <a:pt x="11878" y="34"/>
                  <a:pt x="11657" y="34"/>
                </a:cubicBezTo>
                <a:cubicBezTo>
                  <a:pt x="11468" y="66"/>
                  <a:pt x="11342" y="223"/>
                  <a:pt x="11405" y="444"/>
                </a:cubicBezTo>
                <a:cubicBezTo>
                  <a:pt x="11405" y="444"/>
                  <a:pt x="11531" y="1168"/>
                  <a:pt x="11437" y="2050"/>
                </a:cubicBezTo>
                <a:lnTo>
                  <a:pt x="10050" y="664"/>
                </a:lnTo>
                <a:cubicBezTo>
                  <a:pt x="10218" y="664"/>
                  <a:pt x="10373" y="650"/>
                  <a:pt x="10513" y="650"/>
                </a:cubicBezTo>
                <a:cubicBezTo>
                  <a:pt x="10583" y="650"/>
                  <a:pt x="10649" y="654"/>
                  <a:pt x="10712" y="664"/>
                </a:cubicBezTo>
                <a:lnTo>
                  <a:pt x="10712" y="601"/>
                </a:lnTo>
                <a:cubicBezTo>
                  <a:pt x="10681" y="381"/>
                  <a:pt x="10712" y="160"/>
                  <a:pt x="10807" y="3"/>
                </a:cubicBezTo>
                <a:cubicBezTo>
                  <a:pt x="10739" y="1"/>
                  <a:pt x="10671" y="0"/>
                  <a:pt x="106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47" descr="Timeline background shape"/>
          <p:cNvSpPr/>
          <p:nvPr/>
        </p:nvSpPr>
        <p:spPr>
          <a:xfrm>
            <a:off x="37" y="508255"/>
            <a:ext cx="6717300" cy="669900"/>
          </a:xfrm>
          <a:prstGeom prst="homePlate">
            <a:avLst>
              <a:gd name="adj" fmla="val 5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47"/>
          <p:cNvSpPr/>
          <p:nvPr/>
        </p:nvSpPr>
        <p:spPr>
          <a:xfrm>
            <a:off x="0" y="249925"/>
            <a:ext cx="2057664" cy="708866"/>
          </a:xfrm>
          <a:custGeom>
            <a:avLst/>
            <a:gdLst/>
            <a:ahLst/>
            <a:cxnLst/>
            <a:rect l="l" t="t" r="r" b="b"/>
            <a:pathLst>
              <a:path w="5809" h="3199" extrusionOk="0">
                <a:moveTo>
                  <a:pt x="1" y="1"/>
                </a:moveTo>
                <a:lnTo>
                  <a:pt x="1" y="3198"/>
                </a:lnTo>
                <a:lnTo>
                  <a:pt x="5809" y="3198"/>
                </a:lnTo>
                <a:lnTo>
                  <a:pt x="4195"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47"/>
          <p:cNvSpPr txBox="1">
            <a:spLocks noGrp="1"/>
          </p:cNvSpPr>
          <p:nvPr>
            <p:ph type="title"/>
          </p:nvPr>
        </p:nvSpPr>
        <p:spPr>
          <a:xfrm>
            <a:off x="4084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CCEAFA"/>
                </a:solidFill>
                <a:latin typeface="Archivo"/>
                <a:ea typeface="Archivo"/>
                <a:cs typeface="Archivo"/>
                <a:sym typeface="Archivo"/>
              </a:rPr>
              <a:t>Genomic Structure (1)</a:t>
            </a:r>
            <a:endParaRPr>
              <a:solidFill>
                <a:srgbClr val="CCEAFA"/>
              </a:solidFill>
            </a:endParaRPr>
          </a:p>
        </p:txBody>
      </p:sp>
      <p:sp>
        <p:nvSpPr>
          <p:cNvPr id="321" name="Google Shape;321;p47"/>
          <p:cNvSpPr txBox="1">
            <a:spLocks noGrp="1"/>
          </p:cNvSpPr>
          <p:nvPr>
            <p:ph type="subTitle" idx="1"/>
          </p:nvPr>
        </p:nvSpPr>
        <p:spPr>
          <a:xfrm>
            <a:off x="1057450" y="1021575"/>
            <a:ext cx="7116900" cy="181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457200" lvl="0" indent="-330200" algn="l" rtl="0">
              <a:lnSpc>
                <a:spcPct val="150000"/>
              </a:lnSpc>
              <a:spcBef>
                <a:spcPts val="0"/>
              </a:spcBef>
              <a:spcAft>
                <a:spcPts val="0"/>
              </a:spcAft>
              <a:buClr>
                <a:srgbClr val="EEF0FF"/>
              </a:buClr>
              <a:buSzPts val="1600"/>
              <a:buChar char="●"/>
            </a:pPr>
            <a:r>
              <a:rPr lang="en"/>
              <a:t>10 hits found BLASTing MDM2 protein sequence against </a:t>
            </a:r>
            <a:endParaRPr/>
          </a:p>
          <a:p>
            <a:pPr marL="457200" lvl="0" indent="0" algn="l" rtl="0">
              <a:lnSpc>
                <a:spcPct val="150000"/>
              </a:lnSpc>
              <a:spcBef>
                <a:spcPts val="0"/>
              </a:spcBef>
              <a:spcAft>
                <a:spcPts val="0"/>
              </a:spcAft>
              <a:buNone/>
            </a:pPr>
            <a:r>
              <a:rPr lang="en"/>
              <a:t>chromosome 12 range 69110024-69386333 (GRCh37/hg19):</a:t>
            </a:r>
            <a:endParaRPr/>
          </a:p>
          <a:p>
            <a:pPr marL="914400" lvl="1" indent="-317500" algn="l" rtl="0">
              <a:lnSpc>
                <a:spcPct val="150000"/>
              </a:lnSpc>
              <a:spcBef>
                <a:spcPts val="0"/>
              </a:spcBef>
              <a:spcAft>
                <a:spcPts val="0"/>
              </a:spcAft>
              <a:buSzPts val="1400"/>
              <a:buChar char="○"/>
            </a:pPr>
            <a:r>
              <a:rPr lang="en" sz="1400"/>
              <a:t> </a:t>
            </a:r>
            <a:r>
              <a:rPr lang="en" sz="1300"/>
              <a:t>69202987 — 69203076</a:t>
            </a:r>
            <a:endParaRPr sz="1300"/>
          </a:p>
          <a:p>
            <a:pPr marL="914400" lvl="1" indent="-311150" algn="l" rtl="0">
              <a:lnSpc>
                <a:spcPct val="150000"/>
              </a:lnSpc>
              <a:spcBef>
                <a:spcPts val="0"/>
              </a:spcBef>
              <a:spcAft>
                <a:spcPts val="0"/>
              </a:spcAft>
              <a:buSzPts val="1300"/>
              <a:buChar char="○"/>
            </a:pPr>
            <a:r>
              <a:rPr lang="en" sz="1300"/>
              <a:t> 69207371 — 69207412</a:t>
            </a:r>
            <a:endParaRPr sz="1300"/>
          </a:p>
          <a:p>
            <a:pPr marL="914400" lvl="1" indent="-311150" algn="l" rtl="0">
              <a:lnSpc>
                <a:spcPct val="150000"/>
              </a:lnSpc>
              <a:spcBef>
                <a:spcPts val="0"/>
              </a:spcBef>
              <a:spcAft>
                <a:spcPts val="0"/>
              </a:spcAft>
              <a:buSzPts val="1300"/>
              <a:buChar char="○"/>
            </a:pPr>
            <a:r>
              <a:rPr lang="en" sz="1300"/>
              <a:t> 69210590 — 69210748</a:t>
            </a:r>
            <a:endParaRPr sz="1300"/>
          </a:p>
          <a:p>
            <a:pPr marL="914400" lvl="1" indent="-311150" algn="l" rtl="0">
              <a:lnSpc>
                <a:spcPct val="150000"/>
              </a:lnSpc>
              <a:spcBef>
                <a:spcPts val="0"/>
              </a:spcBef>
              <a:spcAft>
                <a:spcPts val="0"/>
              </a:spcAft>
              <a:buSzPts val="1300"/>
              <a:buChar char="○"/>
            </a:pPr>
            <a:r>
              <a:rPr lang="en" sz="1300"/>
              <a:t> 69214104 — 69214154</a:t>
            </a:r>
            <a:endParaRPr sz="1300"/>
          </a:p>
          <a:p>
            <a:pPr marL="914400" lvl="1" indent="-311150" algn="l" rtl="0">
              <a:lnSpc>
                <a:spcPct val="150000"/>
              </a:lnSpc>
              <a:spcBef>
                <a:spcPts val="0"/>
              </a:spcBef>
              <a:spcAft>
                <a:spcPts val="0"/>
              </a:spcAft>
              <a:buSzPts val="1300"/>
              <a:buChar char="○"/>
            </a:pPr>
            <a:r>
              <a:rPr lang="en" sz="1300"/>
              <a:t> 69218143 — 69218211</a:t>
            </a:r>
            <a:endParaRPr sz="1300"/>
          </a:p>
          <a:p>
            <a:pPr marL="914400" lvl="1" indent="-311150" algn="l" rtl="0">
              <a:lnSpc>
                <a:spcPct val="150000"/>
              </a:lnSpc>
              <a:spcBef>
                <a:spcPts val="0"/>
              </a:spcBef>
              <a:spcAft>
                <a:spcPts val="0"/>
              </a:spcAft>
              <a:buSzPts val="1300"/>
              <a:buChar char="○"/>
            </a:pPr>
            <a:r>
              <a:rPr lang="en" sz="1300"/>
              <a:t> 69218336 — 69218431</a:t>
            </a:r>
            <a:endParaRPr sz="1300"/>
          </a:p>
          <a:p>
            <a:pPr marL="914400" lvl="1" indent="-311150" algn="l" rtl="0">
              <a:lnSpc>
                <a:spcPct val="150000"/>
              </a:lnSpc>
              <a:spcBef>
                <a:spcPts val="0"/>
              </a:spcBef>
              <a:spcAft>
                <a:spcPts val="0"/>
              </a:spcAft>
              <a:buSzPts val="1300"/>
              <a:buChar char="○"/>
            </a:pPr>
            <a:r>
              <a:rPr lang="en" sz="1300"/>
              <a:t> 69222551 — 69222712</a:t>
            </a:r>
            <a:endParaRPr sz="1300"/>
          </a:p>
          <a:p>
            <a:pPr marL="914400" lvl="1" indent="-311150" algn="l" rtl="0">
              <a:lnSpc>
                <a:spcPct val="150000"/>
              </a:lnSpc>
              <a:spcBef>
                <a:spcPts val="0"/>
              </a:spcBef>
              <a:spcAft>
                <a:spcPts val="0"/>
              </a:spcAft>
              <a:buSzPts val="1300"/>
              <a:buChar char="○"/>
            </a:pPr>
            <a:r>
              <a:rPr lang="en" sz="1300"/>
              <a:t> 69229610 — 69229768</a:t>
            </a:r>
            <a:endParaRPr sz="1300"/>
          </a:p>
          <a:p>
            <a:pPr marL="914400" lvl="1" indent="-311150" algn="l" rtl="0">
              <a:lnSpc>
                <a:spcPct val="150000"/>
              </a:lnSpc>
              <a:spcBef>
                <a:spcPts val="0"/>
              </a:spcBef>
              <a:spcAft>
                <a:spcPts val="0"/>
              </a:spcAft>
              <a:buSzPts val="1300"/>
              <a:buChar char="○"/>
            </a:pPr>
            <a:r>
              <a:rPr lang="en" sz="1300"/>
              <a:t> 69230453 — 69230530</a:t>
            </a:r>
            <a:endParaRPr sz="1300"/>
          </a:p>
          <a:p>
            <a:pPr marL="914400" lvl="1" indent="-311150" algn="l" rtl="0">
              <a:lnSpc>
                <a:spcPct val="150000"/>
              </a:lnSpc>
              <a:spcBef>
                <a:spcPts val="0"/>
              </a:spcBef>
              <a:spcAft>
                <a:spcPts val="0"/>
              </a:spcAft>
              <a:buSzPts val="1300"/>
              <a:buChar char="○"/>
            </a:pPr>
            <a:r>
              <a:rPr lang="en" sz="1300"/>
              <a:t> 69233043 — 69233627</a:t>
            </a:r>
            <a:endParaRPr sz="13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cxnSp>
        <p:nvCxnSpPr>
          <p:cNvPr id="326" name="Google Shape;326;p48"/>
          <p:cNvCxnSpPr>
            <a:endCxn id="327" idx="1"/>
          </p:cNvCxnSpPr>
          <p:nvPr/>
        </p:nvCxnSpPr>
        <p:spPr>
          <a:xfrm>
            <a:off x="3436050" y="1942509"/>
            <a:ext cx="907800" cy="3300"/>
          </a:xfrm>
          <a:prstGeom prst="straightConnector1">
            <a:avLst/>
          </a:prstGeom>
          <a:noFill/>
          <a:ln w="28575" cap="flat" cmpd="sng">
            <a:solidFill>
              <a:srgbClr val="5F8195"/>
            </a:solidFill>
            <a:prstDash val="solid"/>
            <a:round/>
            <a:headEnd type="none" w="med" len="med"/>
            <a:tailEnd type="none" w="med" len="med"/>
          </a:ln>
        </p:spPr>
      </p:cxnSp>
      <p:sp>
        <p:nvSpPr>
          <p:cNvPr id="328" name="Google Shape;328;p48"/>
          <p:cNvSpPr/>
          <p:nvPr/>
        </p:nvSpPr>
        <p:spPr>
          <a:xfrm>
            <a:off x="7537069" y="3915924"/>
            <a:ext cx="1392190" cy="1023994"/>
          </a:xfrm>
          <a:custGeom>
            <a:avLst/>
            <a:gdLst/>
            <a:ahLst/>
            <a:cxnLst/>
            <a:rect l="l" t="t" r="r" b="b"/>
            <a:pathLst>
              <a:path w="12603" h="11565" extrusionOk="0">
                <a:moveTo>
                  <a:pt x="9200" y="822"/>
                </a:moveTo>
                <a:lnTo>
                  <a:pt x="11311" y="2933"/>
                </a:lnTo>
                <a:cubicBezTo>
                  <a:pt x="11279" y="3185"/>
                  <a:pt x="11185" y="3437"/>
                  <a:pt x="11090" y="3689"/>
                </a:cubicBezTo>
                <a:lnTo>
                  <a:pt x="8444" y="1074"/>
                </a:lnTo>
                <a:cubicBezTo>
                  <a:pt x="8664" y="948"/>
                  <a:pt x="8916" y="853"/>
                  <a:pt x="9200" y="822"/>
                </a:cubicBezTo>
                <a:close/>
                <a:moveTo>
                  <a:pt x="7814" y="1389"/>
                </a:moveTo>
                <a:lnTo>
                  <a:pt x="10712" y="4287"/>
                </a:lnTo>
                <a:cubicBezTo>
                  <a:pt x="10649" y="4413"/>
                  <a:pt x="10555" y="4476"/>
                  <a:pt x="10492" y="4571"/>
                </a:cubicBezTo>
                <a:cubicBezTo>
                  <a:pt x="10397" y="4634"/>
                  <a:pt x="10334" y="4728"/>
                  <a:pt x="10208" y="4791"/>
                </a:cubicBezTo>
                <a:lnTo>
                  <a:pt x="7310" y="1893"/>
                </a:lnTo>
                <a:cubicBezTo>
                  <a:pt x="7373" y="1798"/>
                  <a:pt x="7467" y="1704"/>
                  <a:pt x="7530" y="1609"/>
                </a:cubicBezTo>
                <a:cubicBezTo>
                  <a:pt x="7625" y="1546"/>
                  <a:pt x="7688" y="1452"/>
                  <a:pt x="7814" y="1389"/>
                </a:cubicBezTo>
                <a:close/>
                <a:moveTo>
                  <a:pt x="6994" y="2523"/>
                </a:moveTo>
                <a:lnTo>
                  <a:pt x="9609" y="5169"/>
                </a:lnTo>
                <a:cubicBezTo>
                  <a:pt x="9389" y="5264"/>
                  <a:pt x="9105" y="5327"/>
                  <a:pt x="8885" y="5390"/>
                </a:cubicBezTo>
                <a:lnTo>
                  <a:pt x="6742" y="3279"/>
                </a:lnTo>
                <a:cubicBezTo>
                  <a:pt x="6774" y="3027"/>
                  <a:pt x="6868" y="2743"/>
                  <a:pt x="6994" y="2523"/>
                </a:cubicBezTo>
                <a:close/>
                <a:moveTo>
                  <a:pt x="3812" y="6209"/>
                </a:moveTo>
                <a:lnTo>
                  <a:pt x="5923" y="8351"/>
                </a:lnTo>
                <a:cubicBezTo>
                  <a:pt x="5892" y="8572"/>
                  <a:pt x="5797" y="8855"/>
                  <a:pt x="5671" y="9107"/>
                </a:cubicBezTo>
                <a:lnTo>
                  <a:pt x="3056" y="6461"/>
                </a:lnTo>
                <a:cubicBezTo>
                  <a:pt x="3277" y="6335"/>
                  <a:pt x="3560" y="6272"/>
                  <a:pt x="3812" y="6209"/>
                </a:cubicBezTo>
                <a:close/>
                <a:moveTo>
                  <a:pt x="2426" y="6776"/>
                </a:moveTo>
                <a:lnTo>
                  <a:pt x="5325" y="9675"/>
                </a:lnTo>
                <a:cubicBezTo>
                  <a:pt x="5262" y="9801"/>
                  <a:pt x="5167" y="9895"/>
                  <a:pt x="5104" y="9958"/>
                </a:cubicBezTo>
                <a:cubicBezTo>
                  <a:pt x="5010" y="10053"/>
                  <a:pt x="4947" y="10116"/>
                  <a:pt x="4821" y="10210"/>
                </a:cubicBezTo>
                <a:lnTo>
                  <a:pt x="1891" y="7280"/>
                </a:lnTo>
                <a:cubicBezTo>
                  <a:pt x="1985" y="7217"/>
                  <a:pt x="2080" y="7091"/>
                  <a:pt x="2143" y="6997"/>
                </a:cubicBezTo>
                <a:cubicBezTo>
                  <a:pt x="2206" y="6934"/>
                  <a:pt x="2300" y="6839"/>
                  <a:pt x="2426" y="6776"/>
                </a:cubicBezTo>
                <a:close/>
                <a:moveTo>
                  <a:pt x="1576" y="7910"/>
                </a:moveTo>
                <a:lnTo>
                  <a:pt x="4222" y="10557"/>
                </a:lnTo>
                <a:cubicBezTo>
                  <a:pt x="4002" y="10620"/>
                  <a:pt x="3718" y="10714"/>
                  <a:pt x="3466" y="10777"/>
                </a:cubicBezTo>
                <a:lnTo>
                  <a:pt x="1355" y="8666"/>
                </a:lnTo>
                <a:cubicBezTo>
                  <a:pt x="1387" y="8414"/>
                  <a:pt x="1481" y="8162"/>
                  <a:pt x="1576" y="7910"/>
                </a:cubicBezTo>
                <a:close/>
                <a:moveTo>
                  <a:pt x="10602" y="0"/>
                </a:moveTo>
                <a:cubicBezTo>
                  <a:pt x="9383" y="0"/>
                  <a:pt x="7954" y="274"/>
                  <a:pt x="7089" y="1168"/>
                </a:cubicBezTo>
                <a:cubicBezTo>
                  <a:pt x="6207" y="2082"/>
                  <a:pt x="5923" y="3500"/>
                  <a:pt x="5923" y="4728"/>
                </a:cubicBezTo>
                <a:cubicBezTo>
                  <a:pt x="6238" y="4760"/>
                  <a:pt x="6459" y="4791"/>
                  <a:pt x="6522" y="4791"/>
                </a:cubicBezTo>
                <a:lnTo>
                  <a:pt x="6585" y="4791"/>
                </a:lnTo>
                <a:lnTo>
                  <a:pt x="6585" y="4130"/>
                </a:lnTo>
                <a:lnTo>
                  <a:pt x="7971" y="5516"/>
                </a:lnTo>
                <a:cubicBezTo>
                  <a:pt x="7751" y="5532"/>
                  <a:pt x="7540" y="5538"/>
                  <a:pt x="7348" y="5538"/>
                </a:cubicBezTo>
                <a:cubicBezTo>
                  <a:pt x="6772" y="5538"/>
                  <a:pt x="6364" y="5484"/>
                  <a:pt x="6364" y="5484"/>
                </a:cubicBezTo>
                <a:cubicBezTo>
                  <a:pt x="6314" y="5459"/>
                  <a:pt x="5810" y="5369"/>
                  <a:pt x="5121" y="5369"/>
                </a:cubicBezTo>
                <a:cubicBezTo>
                  <a:pt x="4077" y="5369"/>
                  <a:pt x="2606" y="5575"/>
                  <a:pt x="1639" y="6524"/>
                </a:cubicBezTo>
                <a:cubicBezTo>
                  <a:pt x="0" y="8162"/>
                  <a:pt x="536" y="11155"/>
                  <a:pt x="567" y="11250"/>
                </a:cubicBezTo>
                <a:cubicBezTo>
                  <a:pt x="599" y="11407"/>
                  <a:pt x="725" y="11533"/>
                  <a:pt x="914" y="11533"/>
                </a:cubicBezTo>
                <a:lnTo>
                  <a:pt x="1009" y="11533"/>
                </a:lnTo>
                <a:cubicBezTo>
                  <a:pt x="1198" y="11502"/>
                  <a:pt x="1324" y="11344"/>
                  <a:pt x="1261" y="11155"/>
                </a:cubicBezTo>
                <a:cubicBezTo>
                  <a:pt x="1261" y="11155"/>
                  <a:pt x="1166" y="10399"/>
                  <a:pt x="1229" y="9517"/>
                </a:cubicBezTo>
                <a:lnTo>
                  <a:pt x="1229" y="9517"/>
                </a:lnTo>
                <a:lnTo>
                  <a:pt x="2615" y="10903"/>
                </a:lnTo>
                <a:cubicBezTo>
                  <a:pt x="2447" y="10903"/>
                  <a:pt x="2293" y="10917"/>
                  <a:pt x="2153" y="10917"/>
                </a:cubicBezTo>
                <a:cubicBezTo>
                  <a:pt x="2083" y="10917"/>
                  <a:pt x="2017" y="10914"/>
                  <a:pt x="1954" y="10903"/>
                </a:cubicBezTo>
                <a:lnTo>
                  <a:pt x="1954" y="10966"/>
                </a:lnTo>
                <a:cubicBezTo>
                  <a:pt x="1985" y="11187"/>
                  <a:pt x="1954" y="11407"/>
                  <a:pt x="1859" y="11565"/>
                </a:cubicBezTo>
                <a:lnTo>
                  <a:pt x="2048" y="11565"/>
                </a:lnTo>
                <a:cubicBezTo>
                  <a:pt x="3277" y="11565"/>
                  <a:pt x="4695" y="11281"/>
                  <a:pt x="5577" y="10399"/>
                </a:cubicBezTo>
                <a:cubicBezTo>
                  <a:pt x="6427" y="9517"/>
                  <a:pt x="6742" y="8068"/>
                  <a:pt x="6742" y="6839"/>
                </a:cubicBezTo>
                <a:cubicBezTo>
                  <a:pt x="6396" y="6808"/>
                  <a:pt x="6144" y="6776"/>
                  <a:pt x="6112" y="6776"/>
                </a:cubicBezTo>
                <a:lnTo>
                  <a:pt x="6049" y="6776"/>
                </a:lnTo>
                <a:lnTo>
                  <a:pt x="6049" y="7438"/>
                </a:lnTo>
                <a:lnTo>
                  <a:pt x="4663" y="6051"/>
                </a:lnTo>
                <a:cubicBezTo>
                  <a:pt x="4876" y="6036"/>
                  <a:pt x="5083" y="6030"/>
                  <a:pt x="5273" y="6030"/>
                </a:cubicBezTo>
                <a:cubicBezTo>
                  <a:pt x="5845" y="6030"/>
                  <a:pt x="6270" y="6083"/>
                  <a:pt x="6270" y="6083"/>
                </a:cubicBezTo>
                <a:cubicBezTo>
                  <a:pt x="6301" y="6083"/>
                  <a:pt x="6837" y="6178"/>
                  <a:pt x="7499" y="6178"/>
                </a:cubicBezTo>
                <a:cubicBezTo>
                  <a:pt x="8727" y="6178"/>
                  <a:pt x="10145" y="5862"/>
                  <a:pt x="10996" y="4980"/>
                </a:cubicBezTo>
                <a:cubicBezTo>
                  <a:pt x="12602" y="3374"/>
                  <a:pt x="12098" y="381"/>
                  <a:pt x="12067" y="255"/>
                </a:cubicBezTo>
                <a:cubicBezTo>
                  <a:pt x="12035" y="160"/>
                  <a:pt x="11878" y="34"/>
                  <a:pt x="11657" y="34"/>
                </a:cubicBezTo>
                <a:cubicBezTo>
                  <a:pt x="11468" y="66"/>
                  <a:pt x="11342" y="223"/>
                  <a:pt x="11405" y="444"/>
                </a:cubicBezTo>
                <a:cubicBezTo>
                  <a:pt x="11405" y="444"/>
                  <a:pt x="11531" y="1168"/>
                  <a:pt x="11437" y="2050"/>
                </a:cubicBezTo>
                <a:lnTo>
                  <a:pt x="10050" y="664"/>
                </a:lnTo>
                <a:cubicBezTo>
                  <a:pt x="10218" y="664"/>
                  <a:pt x="10373" y="650"/>
                  <a:pt x="10513" y="650"/>
                </a:cubicBezTo>
                <a:cubicBezTo>
                  <a:pt x="10583" y="650"/>
                  <a:pt x="10649" y="654"/>
                  <a:pt x="10712" y="664"/>
                </a:cubicBezTo>
                <a:lnTo>
                  <a:pt x="10712" y="601"/>
                </a:lnTo>
                <a:cubicBezTo>
                  <a:pt x="10681" y="381"/>
                  <a:pt x="10712" y="160"/>
                  <a:pt x="10807" y="3"/>
                </a:cubicBezTo>
                <a:cubicBezTo>
                  <a:pt x="10739" y="1"/>
                  <a:pt x="10671" y="0"/>
                  <a:pt x="106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48" descr="Timeline background shape"/>
          <p:cNvSpPr/>
          <p:nvPr/>
        </p:nvSpPr>
        <p:spPr>
          <a:xfrm>
            <a:off x="37" y="508255"/>
            <a:ext cx="6717300" cy="669900"/>
          </a:xfrm>
          <a:prstGeom prst="homePlate">
            <a:avLst>
              <a:gd name="adj" fmla="val 5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48"/>
          <p:cNvSpPr/>
          <p:nvPr/>
        </p:nvSpPr>
        <p:spPr>
          <a:xfrm>
            <a:off x="0" y="249925"/>
            <a:ext cx="2057664" cy="708866"/>
          </a:xfrm>
          <a:custGeom>
            <a:avLst/>
            <a:gdLst/>
            <a:ahLst/>
            <a:cxnLst/>
            <a:rect l="l" t="t" r="r" b="b"/>
            <a:pathLst>
              <a:path w="5809" h="3199" extrusionOk="0">
                <a:moveTo>
                  <a:pt x="1" y="1"/>
                </a:moveTo>
                <a:lnTo>
                  <a:pt x="1" y="3198"/>
                </a:lnTo>
                <a:lnTo>
                  <a:pt x="5809" y="3198"/>
                </a:lnTo>
                <a:lnTo>
                  <a:pt x="4195"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48"/>
          <p:cNvSpPr txBox="1">
            <a:spLocks noGrp="1"/>
          </p:cNvSpPr>
          <p:nvPr>
            <p:ph type="title"/>
          </p:nvPr>
        </p:nvSpPr>
        <p:spPr>
          <a:xfrm>
            <a:off x="4084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CCEAFA"/>
                </a:solidFill>
                <a:latin typeface="Archivo"/>
                <a:ea typeface="Archivo"/>
                <a:cs typeface="Archivo"/>
                <a:sym typeface="Archivo"/>
              </a:rPr>
              <a:t>Genomic Structure (2)</a:t>
            </a:r>
            <a:endParaRPr>
              <a:solidFill>
                <a:srgbClr val="CCEAFA"/>
              </a:solidFill>
            </a:endParaRPr>
          </a:p>
        </p:txBody>
      </p:sp>
      <p:pic>
        <p:nvPicPr>
          <p:cNvPr id="332" name="Google Shape;332;p48"/>
          <p:cNvPicPr preferRelativeResize="0"/>
          <p:nvPr/>
        </p:nvPicPr>
        <p:blipFill>
          <a:blip r:embed="rId3">
            <a:alphaModFix/>
          </a:blip>
          <a:stretch>
            <a:fillRect/>
          </a:stretch>
        </p:blipFill>
        <p:spPr>
          <a:xfrm>
            <a:off x="235350" y="1401725"/>
            <a:ext cx="3717224" cy="1691100"/>
          </a:xfrm>
          <a:prstGeom prst="rect">
            <a:avLst/>
          </a:prstGeom>
          <a:noFill/>
          <a:ln w="28575" cap="flat" cmpd="sng">
            <a:solidFill>
              <a:srgbClr val="5F8195"/>
            </a:solidFill>
            <a:prstDash val="solid"/>
            <a:round/>
            <a:headEnd type="none" w="sm" len="sm"/>
            <a:tailEnd type="none" w="sm" len="sm"/>
          </a:ln>
        </p:spPr>
      </p:pic>
      <p:pic>
        <p:nvPicPr>
          <p:cNvPr id="327" name="Google Shape;327;p48"/>
          <p:cNvPicPr preferRelativeResize="0"/>
          <p:nvPr/>
        </p:nvPicPr>
        <p:blipFill>
          <a:blip r:embed="rId4">
            <a:alphaModFix/>
          </a:blip>
          <a:stretch>
            <a:fillRect/>
          </a:stretch>
        </p:blipFill>
        <p:spPr>
          <a:xfrm>
            <a:off x="4343850" y="1586375"/>
            <a:ext cx="4564799" cy="718868"/>
          </a:xfrm>
          <a:prstGeom prst="rect">
            <a:avLst/>
          </a:prstGeom>
          <a:noFill/>
          <a:ln w="28575" cap="flat" cmpd="sng">
            <a:solidFill>
              <a:srgbClr val="5F8195"/>
            </a:solidFill>
            <a:prstDash val="solid"/>
            <a:round/>
            <a:headEnd type="none" w="sm" len="sm"/>
            <a:tailEnd type="none" w="sm" len="sm"/>
          </a:ln>
        </p:spPr>
      </p:pic>
      <p:sp>
        <p:nvSpPr>
          <p:cNvPr id="333" name="Google Shape;333;p48"/>
          <p:cNvSpPr txBox="1">
            <a:spLocks noGrp="1"/>
          </p:cNvSpPr>
          <p:nvPr>
            <p:ph type="subTitle" idx="1"/>
          </p:nvPr>
        </p:nvSpPr>
        <p:spPr>
          <a:xfrm>
            <a:off x="137425" y="3092825"/>
            <a:ext cx="7811400" cy="989400"/>
          </a:xfrm>
          <a:prstGeom prst="rect">
            <a:avLst/>
          </a:prstGeom>
        </p:spPr>
        <p:txBody>
          <a:bodyPr spcFirstLastPara="1" wrap="square" lIns="91425" tIns="91425" rIns="91425" bIns="91425" anchor="t" anchorCtr="0">
            <a:noAutofit/>
          </a:bodyPr>
          <a:lstStyle/>
          <a:p>
            <a:pPr marL="457200" lvl="0" indent="-330200" algn="l" rtl="0">
              <a:lnSpc>
                <a:spcPct val="150000"/>
              </a:lnSpc>
              <a:spcBef>
                <a:spcPts val="0"/>
              </a:spcBef>
              <a:spcAft>
                <a:spcPts val="0"/>
              </a:spcAft>
              <a:buClr>
                <a:srgbClr val="B3C3CE"/>
              </a:buClr>
              <a:buSzPts val="1600"/>
              <a:buChar char="●"/>
            </a:pPr>
            <a:r>
              <a:rPr lang="en">
                <a:solidFill>
                  <a:srgbClr val="B3C3CE"/>
                </a:solidFill>
              </a:rPr>
              <a:t>Large UTR:</a:t>
            </a:r>
            <a:endParaRPr>
              <a:solidFill>
                <a:srgbClr val="B3C3CE"/>
              </a:solidFill>
            </a:endParaRPr>
          </a:p>
        </p:txBody>
      </p:sp>
      <p:pic>
        <p:nvPicPr>
          <p:cNvPr id="334" name="Google Shape;334;p48"/>
          <p:cNvPicPr preferRelativeResize="0"/>
          <p:nvPr/>
        </p:nvPicPr>
        <p:blipFill>
          <a:blip r:embed="rId5">
            <a:alphaModFix/>
          </a:blip>
          <a:stretch>
            <a:fillRect/>
          </a:stretch>
        </p:blipFill>
        <p:spPr>
          <a:xfrm>
            <a:off x="488825" y="3535751"/>
            <a:ext cx="5612924" cy="1334950"/>
          </a:xfrm>
          <a:prstGeom prst="rect">
            <a:avLst/>
          </a:prstGeom>
          <a:noFill/>
          <a:ln w="28575" cap="flat" cmpd="sng">
            <a:solidFill>
              <a:srgbClr val="5F8195"/>
            </a:solidFill>
            <a:prstDash val="solid"/>
            <a:round/>
            <a:headEnd type="none" w="sm" len="sm"/>
            <a:tailEnd type="none" w="sm" len="sm"/>
          </a:ln>
        </p:spPr>
      </p:pic>
      <p:sp>
        <p:nvSpPr>
          <p:cNvPr id="335" name="Google Shape;335;p48"/>
          <p:cNvSpPr/>
          <p:nvPr/>
        </p:nvSpPr>
        <p:spPr>
          <a:xfrm>
            <a:off x="2679225" y="4685575"/>
            <a:ext cx="685800" cy="158400"/>
          </a:xfrm>
          <a:prstGeom prst="rect">
            <a:avLst/>
          </a:prstGeom>
          <a:noFill/>
          <a:ln w="19050" cap="flat" cmpd="sng">
            <a:solidFill>
              <a:srgbClr val="FF6B6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49"/>
          <p:cNvSpPr/>
          <p:nvPr/>
        </p:nvSpPr>
        <p:spPr>
          <a:xfrm>
            <a:off x="7537069" y="3915924"/>
            <a:ext cx="1392190" cy="1023994"/>
          </a:xfrm>
          <a:custGeom>
            <a:avLst/>
            <a:gdLst/>
            <a:ahLst/>
            <a:cxnLst/>
            <a:rect l="l" t="t" r="r" b="b"/>
            <a:pathLst>
              <a:path w="12603" h="11565" extrusionOk="0">
                <a:moveTo>
                  <a:pt x="9200" y="822"/>
                </a:moveTo>
                <a:lnTo>
                  <a:pt x="11311" y="2933"/>
                </a:lnTo>
                <a:cubicBezTo>
                  <a:pt x="11279" y="3185"/>
                  <a:pt x="11185" y="3437"/>
                  <a:pt x="11090" y="3689"/>
                </a:cubicBezTo>
                <a:lnTo>
                  <a:pt x="8444" y="1074"/>
                </a:lnTo>
                <a:cubicBezTo>
                  <a:pt x="8664" y="948"/>
                  <a:pt x="8916" y="853"/>
                  <a:pt x="9200" y="822"/>
                </a:cubicBezTo>
                <a:close/>
                <a:moveTo>
                  <a:pt x="7814" y="1389"/>
                </a:moveTo>
                <a:lnTo>
                  <a:pt x="10712" y="4287"/>
                </a:lnTo>
                <a:cubicBezTo>
                  <a:pt x="10649" y="4413"/>
                  <a:pt x="10555" y="4476"/>
                  <a:pt x="10492" y="4571"/>
                </a:cubicBezTo>
                <a:cubicBezTo>
                  <a:pt x="10397" y="4634"/>
                  <a:pt x="10334" y="4728"/>
                  <a:pt x="10208" y="4791"/>
                </a:cubicBezTo>
                <a:lnTo>
                  <a:pt x="7310" y="1893"/>
                </a:lnTo>
                <a:cubicBezTo>
                  <a:pt x="7373" y="1798"/>
                  <a:pt x="7467" y="1704"/>
                  <a:pt x="7530" y="1609"/>
                </a:cubicBezTo>
                <a:cubicBezTo>
                  <a:pt x="7625" y="1546"/>
                  <a:pt x="7688" y="1452"/>
                  <a:pt x="7814" y="1389"/>
                </a:cubicBezTo>
                <a:close/>
                <a:moveTo>
                  <a:pt x="6994" y="2523"/>
                </a:moveTo>
                <a:lnTo>
                  <a:pt x="9609" y="5169"/>
                </a:lnTo>
                <a:cubicBezTo>
                  <a:pt x="9389" y="5264"/>
                  <a:pt x="9105" y="5327"/>
                  <a:pt x="8885" y="5390"/>
                </a:cubicBezTo>
                <a:lnTo>
                  <a:pt x="6742" y="3279"/>
                </a:lnTo>
                <a:cubicBezTo>
                  <a:pt x="6774" y="3027"/>
                  <a:pt x="6868" y="2743"/>
                  <a:pt x="6994" y="2523"/>
                </a:cubicBezTo>
                <a:close/>
                <a:moveTo>
                  <a:pt x="3812" y="6209"/>
                </a:moveTo>
                <a:lnTo>
                  <a:pt x="5923" y="8351"/>
                </a:lnTo>
                <a:cubicBezTo>
                  <a:pt x="5892" y="8572"/>
                  <a:pt x="5797" y="8855"/>
                  <a:pt x="5671" y="9107"/>
                </a:cubicBezTo>
                <a:lnTo>
                  <a:pt x="3056" y="6461"/>
                </a:lnTo>
                <a:cubicBezTo>
                  <a:pt x="3277" y="6335"/>
                  <a:pt x="3560" y="6272"/>
                  <a:pt x="3812" y="6209"/>
                </a:cubicBezTo>
                <a:close/>
                <a:moveTo>
                  <a:pt x="2426" y="6776"/>
                </a:moveTo>
                <a:lnTo>
                  <a:pt x="5325" y="9675"/>
                </a:lnTo>
                <a:cubicBezTo>
                  <a:pt x="5262" y="9801"/>
                  <a:pt x="5167" y="9895"/>
                  <a:pt x="5104" y="9958"/>
                </a:cubicBezTo>
                <a:cubicBezTo>
                  <a:pt x="5010" y="10053"/>
                  <a:pt x="4947" y="10116"/>
                  <a:pt x="4821" y="10210"/>
                </a:cubicBezTo>
                <a:lnTo>
                  <a:pt x="1891" y="7280"/>
                </a:lnTo>
                <a:cubicBezTo>
                  <a:pt x="1985" y="7217"/>
                  <a:pt x="2080" y="7091"/>
                  <a:pt x="2143" y="6997"/>
                </a:cubicBezTo>
                <a:cubicBezTo>
                  <a:pt x="2206" y="6934"/>
                  <a:pt x="2300" y="6839"/>
                  <a:pt x="2426" y="6776"/>
                </a:cubicBezTo>
                <a:close/>
                <a:moveTo>
                  <a:pt x="1576" y="7910"/>
                </a:moveTo>
                <a:lnTo>
                  <a:pt x="4222" y="10557"/>
                </a:lnTo>
                <a:cubicBezTo>
                  <a:pt x="4002" y="10620"/>
                  <a:pt x="3718" y="10714"/>
                  <a:pt x="3466" y="10777"/>
                </a:cubicBezTo>
                <a:lnTo>
                  <a:pt x="1355" y="8666"/>
                </a:lnTo>
                <a:cubicBezTo>
                  <a:pt x="1387" y="8414"/>
                  <a:pt x="1481" y="8162"/>
                  <a:pt x="1576" y="7910"/>
                </a:cubicBezTo>
                <a:close/>
                <a:moveTo>
                  <a:pt x="10602" y="0"/>
                </a:moveTo>
                <a:cubicBezTo>
                  <a:pt x="9383" y="0"/>
                  <a:pt x="7954" y="274"/>
                  <a:pt x="7089" y="1168"/>
                </a:cubicBezTo>
                <a:cubicBezTo>
                  <a:pt x="6207" y="2082"/>
                  <a:pt x="5923" y="3500"/>
                  <a:pt x="5923" y="4728"/>
                </a:cubicBezTo>
                <a:cubicBezTo>
                  <a:pt x="6238" y="4760"/>
                  <a:pt x="6459" y="4791"/>
                  <a:pt x="6522" y="4791"/>
                </a:cubicBezTo>
                <a:lnTo>
                  <a:pt x="6585" y="4791"/>
                </a:lnTo>
                <a:lnTo>
                  <a:pt x="6585" y="4130"/>
                </a:lnTo>
                <a:lnTo>
                  <a:pt x="7971" y="5516"/>
                </a:lnTo>
                <a:cubicBezTo>
                  <a:pt x="7751" y="5532"/>
                  <a:pt x="7540" y="5538"/>
                  <a:pt x="7348" y="5538"/>
                </a:cubicBezTo>
                <a:cubicBezTo>
                  <a:pt x="6772" y="5538"/>
                  <a:pt x="6364" y="5484"/>
                  <a:pt x="6364" y="5484"/>
                </a:cubicBezTo>
                <a:cubicBezTo>
                  <a:pt x="6314" y="5459"/>
                  <a:pt x="5810" y="5369"/>
                  <a:pt x="5121" y="5369"/>
                </a:cubicBezTo>
                <a:cubicBezTo>
                  <a:pt x="4077" y="5369"/>
                  <a:pt x="2606" y="5575"/>
                  <a:pt x="1639" y="6524"/>
                </a:cubicBezTo>
                <a:cubicBezTo>
                  <a:pt x="0" y="8162"/>
                  <a:pt x="536" y="11155"/>
                  <a:pt x="567" y="11250"/>
                </a:cubicBezTo>
                <a:cubicBezTo>
                  <a:pt x="599" y="11407"/>
                  <a:pt x="725" y="11533"/>
                  <a:pt x="914" y="11533"/>
                </a:cubicBezTo>
                <a:lnTo>
                  <a:pt x="1009" y="11533"/>
                </a:lnTo>
                <a:cubicBezTo>
                  <a:pt x="1198" y="11502"/>
                  <a:pt x="1324" y="11344"/>
                  <a:pt x="1261" y="11155"/>
                </a:cubicBezTo>
                <a:cubicBezTo>
                  <a:pt x="1261" y="11155"/>
                  <a:pt x="1166" y="10399"/>
                  <a:pt x="1229" y="9517"/>
                </a:cubicBezTo>
                <a:lnTo>
                  <a:pt x="1229" y="9517"/>
                </a:lnTo>
                <a:lnTo>
                  <a:pt x="2615" y="10903"/>
                </a:lnTo>
                <a:cubicBezTo>
                  <a:pt x="2447" y="10903"/>
                  <a:pt x="2293" y="10917"/>
                  <a:pt x="2153" y="10917"/>
                </a:cubicBezTo>
                <a:cubicBezTo>
                  <a:pt x="2083" y="10917"/>
                  <a:pt x="2017" y="10914"/>
                  <a:pt x="1954" y="10903"/>
                </a:cubicBezTo>
                <a:lnTo>
                  <a:pt x="1954" y="10966"/>
                </a:lnTo>
                <a:cubicBezTo>
                  <a:pt x="1985" y="11187"/>
                  <a:pt x="1954" y="11407"/>
                  <a:pt x="1859" y="11565"/>
                </a:cubicBezTo>
                <a:lnTo>
                  <a:pt x="2048" y="11565"/>
                </a:lnTo>
                <a:cubicBezTo>
                  <a:pt x="3277" y="11565"/>
                  <a:pt x="4695" y="11281"/>
                  <a:pt x="5577" y="10399"/>
                </a:cubicBezTo>
                <a:cubicBezTo>
                  <a:pt x="6427" y="9517"/>
                  <a:pt x="6742" y="8068"/>
                  <a:pt x="6742" y="6839"/>
                </a:cubicBezTo>
                <a:cubicBezTo>
                  <a:pt x="6396" y="6808"/>
                  <a:pt x="6144" y="6776"/>
                  <a:pt x="6112" y="6776"/>
                </a:cubicBezTo>
                <a:lnTo>
                  <a:pt x="6049" y="6776"/>
                </a:lnTo>
                <a:lnTo>
                  <a:pt x="6049" y="7438"/>
                </a:lnTo>
                <a:lnTo>
                  <a:pt x="4663" y="6051"/>
                </a:lnTo>
                <a:cubicBezTo>
                  <a:pt x="4876" y="6036"/>
                  <a:pt x="5083" y="6030"/>
                  <a:pt x="5273" y="6030"/>
                </a:cubicBezTo>
                <a:cubicBezTo>
                  <a:pt x="5845" y="6030"/>
                  <a:pt x="6270" y="6083"/>
                  <a:pt x="6270" y="6083"/>
                </a:cubicBezTo>
                <a:cubicBezTo>
                  <a:pt x="6301" y="6083"/>
                  <a:pt x="6837" y="6178"/>
                  <a:pt x="7499" y="6178"/>
                </a:cubicBezTo>
                <a:cubicBezTo>
                  <a:pt x="8727" y="6178"/>
                  <a:pt x="10145" y="5862"/>
                  <a:pt x="10996" y="4980"/>
                </a:cubicBezTo>
                <a:cubicBezTo>
                  <a:pt x="12602" y="3374"/>
                  <a:pt x="12098" y="381"/>
                  <a:pt x="12067" y="255"/>
                </a:cubicBezTo>
                <a:cubicBezTo>
                  <a:pt x="12035" y="160"/>
                  <a:pt x="11878" y="34"/>
                  <a:pt x="11657" y="34"/>
                </a:cubicBezTo>
                <a:cubicBezTo>
                  <a:pt x="11468" y="66"/>
                  <a:pt x="11342" y="223"/>
                  <a:pt x="11405" y="444"/>
                </a:cubicBezTo>
                <a:cubicBezTo>
                  <a:pt x="11405" y="444"/>
                  <a:pt x="11531" y="1168"/>
                  <a:pt x="11437" y="2050"/>
                </a:cubicBezTo>
                <a:lnTo>
                  <a:pt x="10050" y="664"/>
                </a:lnTo>
                <a:cubicBezTo>
                  <a:pt x="10218" y="664"/>
                  <a:pt x="10373" y="650"/>
                  <a:pt x="10513" y="650"/>
                </a:cubicBezTo>
                <a:cubicBezTo>
                  <a:pt x="10583" y="650"/>
                  <a:pt x="10649" y="654"/>
                  <a:pt x="10712" y="664"/>
                </a:cubicBezTo>
                <a:lnTo>
                  <a:pt x="10712" y="601"/>
                </a:lnTo>
                <a:cubicBezTo>
                  <a:pt x="10681" y="381"/>
                  <a:pt x="10712" y="160"/>
                  <a:pt x="10807" y="3"/>
                </a:cubicBezTo>
                <a:cubicBezTo>
                  <a:pt x="10739" y="1"/>
                  <a:pt x="10671" y="0"/>
                  <a:pt x="10602" y="0"/>
                </a:cubicBezTo>
                <a:close/>
              </a:path>
            </a:pathLst>
          </a:custGeom>
          <a:solidFill>
            <a:srgbClr val="5F7D9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49" descr="Timeline background shape"/>
          <p:cNvSpPr/>
          <p:nvPr/>
        </p:nvSpPr>
        <p:spPr>
          <a:xfrm>
            <a:off x="37" y="508255"/>
            <a:ext cx="6717300" cy="669900"/>
          </a:xfrm>
          <a:prstGeom prst="homePlate">
            <a:avLst>
              <a:gd name="adj" fmla="val 50000"/>
            </a:avLst>
          </a:prstGeom>
          <a:solidFill>
            <a:srgbClr val="667E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49"/>
          <p:cNvSpPr/>
          <p:nvPr/>
        </p:nvSpPr>
        <p:spPr>
          <a:xfrm>
            <a:off x="0" y="249925"/>
            <a:ext cx="2057664" cy="708866"/>
          </a:xfrm>
          <a:custGeom>
            <a:avLst/>
            <a:gdLst/>
            <a:ahLst/>
            <a:cxnLst/>
            <a:rect l="l" t="t" r="r" b="b"/>
            <a:pathLst>
              <a:path w="5809" h="3199" extrusionOk="0">
                <a:moveTo>
                  <a:pt x="1" y="1"/>
                </a:moveTo>
                <a:lnTo>
                  <a:pt x="1" y="3198"/>
                </a:lnTo>
                <a:lnTo>
                  <a:pt x="5809" y="3198"/>
                </a:lnTo>
                <a:lnTo>
                  <a:pt x="4195" y="1"/>
                </a:lnTo>
                <a:close/>
              </a:path>
            </a:pathLst>
          </a:custGeom>
          <a:solidFill>
            <a:srgbClr val="E3E9E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49"/>
          <p:cNvSpPr txBox="1">
            <a:spLocks noGrp="1"/>
          </p:cNvSpPr>
          <p:nvPr>
            <p:ph type="title"/>
          </p:nvPr>
        </p:nvSpPr>
        <p:spPr>
          <a:xfrm>
            <a:off x="4084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CCEAFA"/>
                </a:solidFill>
                <a:latin typeface="Archivo"/>
                <a:ea typeface="Archivo"/>
                <a:cs typeface="Archivo"/>
                <a:sym typeface="Archivo"/>
              </a:rPr>
              <a:t>Genomic Structure (3)</a:t>
            </a:r>
            <a:endParaRPr>
              <a:solidFill>
                <a:srgbClr val="CCEAFA"/>
              </a:solidFill>
            </a:endParaRPr>
          </a:p>
        </p:txBody>
      </p:sp>
      <p:sp>
        <p:nvSpPr>
          <p:cNvPr id="344" name="Google Shape;344;p49"/>
          <p:cNvSpPr txBox="1">
            <a:spLocks noGrp="1"/>
          </p:cNvSpPr>
          <p:nvPr>
            <p:ph type="subTitle" idx="1"/>
          </p:nvPr>
        </p:nvSpPr>
        <p:spPr>
          <a:xfrm>
            <a:off x="453150" y="1178150"/>
            <a:ext cx="8237700" cy="1041300"/>
          </a:xfrm>
          <a:prstGeom prst="rect">
            <a:avLst/>
          </a:prstGeom>
        </p:spPr>
        <p:txBody>
          <a:bodyPr spcFirstLastPara="1" wrap="square" lIns="91425" tIns="91425" rIns="91425" bIns="91425" anchor="t" anchorCtr="0">
            <a:noAutofit/>
          </a:bodyPr>
          <a:lstStyle/>
          <a:p>
            <a:pPr marL="457200" lvl="0" indent="-304800" algn="l" rtl="0">
              <a:lnSpc>
                <a:spcPct val="150000"/>
              </a:lnSpc>
              <a:spcBef>
                <a:spcPts val="0"/>
              </a:spcBef>
              <a:spcAft>
                <a:spcPts val="0"/>
              </a:spcAft>
              <a:buClr>
                <a:srgbClr val="B3C3CE"/>
              </a:buClr>
              <a:buSzPts val="1200"/>
              <a:buChar char="●"/>
            </a:pPr>
            <a:r>
              <a:rPr lang="en" sz="1200">
                <a:solidFill>
                  <a:srgbClr val="B3C3CE"/>
                </a:solidFill>
              </a:rPr>
              <a:t>Is the gene truncated in ecDNA?		Not Necessarily.</a:t>
            </a:r>
            <a:endParaRPr sz="1200">
              <a:solidFill>
                <a:srgbClr val="B3C3CE"/>
              </a:solidFill>
            </a:endParaRPr>
          </a:p>
          <a:p>
            <a:pPr marL="457200" lvl="0" indent="-304800" algn="l" rtl="0">
              <a:lnSpc>
                <a:spcPct val="150000"/>
              </a:lnSpc>
              <a:spcBef>
                <a:spcPts val="0"/>
              </a:spcBef>
              <a:spcAft>
                <a:spcPts val="0"/>
              </a:spcAft>
              <a:buClr>
                <a:srgbClr val="B3C3CE"/>
              </a:buClr>
              <a:buSzPts val="1200"/>
              <a:buChar char="●"/>
            </a:pPr>
            <a:r>
              <a:rPr lang="en" sz="1200">
                <a:solidFill>
                  <a:srgbClr val="B3C3CE"/>
                </a:solidFill>
              </a:rPr>
              <a:t>Missing BLAST exon:  </a:t>
            </a:r>
            <a:endParaRPr sz="1200">
              <a:solidFill>
                <a:srgbClr val="B3C3CE"/>
              </a:solidFill>
            </a:endParaRPr>
          </a:p>
          <a:p>
            <a:pPr marL="914400" lvl="0" indent="0" algn="l" rtl="0">
              <a:lnSpc>
                <a:spcPct val="150000"/>
              </a:lnSpc>
              <a:spcBef>
                <a:spcPts val="0"/>
              </a:spcBef>
              <a:spcAft>
                <a:spcPts val="0"/>
              </a:spcAft>
              <a:buNone/>
            </a:pPr>
            <a:r>
              <a:rPr lang="en" sz="1200">
                <a:solidFill>
                  <a:srgbClr val="B3C3CE"/>
                </a:solidFill>
              </a:rPr>
              <a:t> </a:t>
            </a:r>
            <a:endParaRPr sz="1200">
              <a:solidFill>
                <a:srgbClr val="B3C3CE"/>
              </a:solidFill>
            </a:endParaRPr>
          </a:p>
          <a:p>
            <a:pPr marL="914400" lvl="0" indent="0" algn="l" rtl="0">
              <a:lnSpc>
                <a:spcPct val="150000"/>
              </a:lnSpc>
              <a:spcBef>
                <a:spcPts val="0"/>
              </a:spcBef>
              <a:spcAft>
                <a:spcPts val="0"/>
              </a:spcAft>
              <a:buNone/>
            </a:pPr>
            <a:endParaRPr sz="1200">
              <a:solidFill>
                <a:srgbClr val="B3C3CE"/>
              </a:solidFill>
            </a:endParaRPr>
          </a:p>
          <a:p>
            <a:pPr marL="914400" lvl="0" indent="0" algn="l" rtl="0">
              <a:lnSpc>
                <a:spcPct val="150000"/>
              </a:lnSpc>
              <a:spcBef>
                <a:spcPts val="0"/>
              </a:spcBef>
              <a:spcAft>
                <a:spcPts val="0"/>
              </a:spcAft>
              <a:buNone/>
            </a:pPr>
            <a:r>
              <a:rPr lang="en" sz="1200">
                <a:solidFill>
                  <a:srgbClr val="B3C3CE"/>
                </a:solidFill>
              </a:rPr>
              <a:t> </a:t>
            </a:r>
            <a:endParaRPr sz="1200">
              <a:solidFill>
                <a:srgbClr val="B3C3CE"/>
              </a:solidFill>
            </a:endParaRPr>
          </a:p>
          <a:p>
            <a:pPr marL="0" lvl="0" indent="0" algn="l" rtl="0">
              <a:lnSpc>
                <a:spcPct val="115000"/>
              </a:lnSpc>
              <a:spcBef>
                <a:spcPts val="0"/>
              </a:spcBef>
              <a:spcAft>
                <a:spcPts val="0"/>
              </a:spcAft>
              <a:buNone/>
            </a:pPr>
            <a:r>
              <a:rPr lang="en" sz="1200">
                <a:solidFill>
                  <a:srgbClr val="B3C3CE"/>
                </a:solidFill>
              </a:rPr>
              <a:t> </a:t>
            </a:r>
            <a:endParaRPr sz="1200">
              <a:solidFill>
                <a:srgbClr val="B3C3CE"/>
              </a:solidFill>
            </a:endParaRPr>
          </a:p>
          <a:p>
            <a:pPr marL="914400" lvl="0" indent="0" algn="l" rtl="0">
              <a:lnSpc>
                <a:spcPct val="150000"/>
              </a:lnSpc>
              <a:spcBef>
                <a:spcPts val="0"/>
              </a:spcBef>
              <a:spcAft>
                <a:spcPts val="0"/>
              </a:spcAft>
              <a:buNone/>
            </a:pPr>
            <a:endParaRPr sz="1200">
              <a:solidFill>
                <a:srgbClr val="B3C3CE"/>
              </a:solidFill>
            </a:endParaRPr>
          </a:p>
          <a:p>
            <a:pPr marL="0" lvl="0" indent="0" algn="l" rtl="0">
              <a:lnSpc>
                <a:spcPct val="115000"/>
              </a:lnSpc>
              <a:spcBef>
                <a:spcPts val="0"/>
              </a:spcBef>
              <a:spcAft>
                <a:spcPts val="0"/>
              </a:spcAft>
              <a:buNone/>
            </a:pPr>
            <a:r>
              <a:rPr lang="en" sz="1200">
                <a:solidFill>
                  <a:srgbClr val="B3C3CE"/>
                </a:solidFill>
              </a:rPr>
              <a:t>  </a:t>
            </a:r>
            <a:endParaRPr sz="1200">
              <a:solidFill>
                <a:srgbClr val="B3C3CE"/>
              </a:solidFill>
            </a:endParaRPr>
          </a:p>
          <a:p>
            <a:pPr marL="457200" lvl="0" indent="-304800" algn="l" rtl="0">
              <a:lnSpc>
                <a:spcPct val="115000"/>
              </a:lnSpc>
              <a:spcBef>
                <a:spcPts val="0"/>
              </a:spcBef>
              <a:spcAft>
                <a:spcPts val="0"/>
              </a:spcAft>
              <a:buClr>
                <a:srgbClr val="B3C3CE"/>
              </a:buClr>
              <a:buSzPts val="1200"/>
              <a:buChar char="●"/>
            </a:pPr>
            <a:r>
              <a:rPr lang="en" sz="1200">
                <a:solidFill>
                  <a:srgbClr val="B3C3CE"/>
                </a:solidFill>
              </a:rPr>
              <a:t> ecDNA range:</a:t>
            </a:r>
            <a:endParaRPr sz="1200">
              <a:solidFill>
                <a:srgbClr val="B3C3CE"/>
              </a:solidFill>
            </a:endParaRPr>
          </a:p>
          <a:p>
            <a:pPr marL="1371600" lvl="0" indent="0" algn="l" rtl="0">
              <a:lnSpc>
                <a:spcPct val="150000"/>
              </a:lnSpc>
              <a:spcBef>
                <a:spcPts val="0"/>
              </a:spcBef>
              <a:spcAft>
                <a:spcPts val="0"/>
              </a:spcAft>
              <a:buNone/>
            </a:pPr>
            <a:endParaRPr>
              <a:solidFill>
                <a:srgbClr val="B3C3CE"/>
              </a:solidFill>
            </a:endParaRPr>
          </a:p>
        </p:txBody>
      </p:sp>
      <p:pic>
        <p:nvPicPr>
          <p:cNvPr id="345" name="Google Shape;345;p49"/>
          <p:cNvPicPr preferRelativeResize="0"/>
          <p:nvPr/>
        </p:nvPicPr>
        <p:blipFill rotWithShape="1">
          <a:blip r:embed="rId3">
            <a:alphaModFix/>
          </a:blip>
          <a:srcRect b="52312"/>
          <a:stretch/>
        </p:blipFill>
        <p:spPr>
          <a:xfrm>
            <a:off x="814100" y="1762188"/>
            <a:ext cx="5749201" cy="1510475"/>
          </a:xfrm>
          <a:prstGeom prst="rect">
            <a:avLst/>
          </a:prstGeom>
          <a:noFill/>
          <a:ln w="28575" cap="flat" cmpd="sng">
            <a:solidFill>
              <a:srgbClr val="5F8195"/>
            </a:solidFill>
            <a:prstDash val="solid"/>
            <a:round/>
            <a:headEnd type="none" w="sm" len="sm"/>
            <a:tailEnd type="none" w="sm" len="sm"/>
          </a:ln>
        </p:spPr>
      </p:pic>
      <p:sp>
        <p:nvSpPr>
          <p:cNvPr id="346" name="Google Shape;346;p49"/>
          <p:cNvSpPr/>
          <p:nvPr/>
        </p:nvSpPr>
        <p:spPr>
          <a:xfrm>
            <a:off x="852825" y="3069413"/>
            <a:ext cx="769800" cy="158400"/>
          </a:xfrm>
          <a:prstGeom prst="rect">
            <a:avLst/>
          </a:prstGeom>
          <a:noFill/>
          <a:ln w="19050" cap="flat" cmpd="sng">
            <a:solidFill>
              <a:srgbClr val="FF6B6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pic>
        <p:nvPicPr>
          <p:cNvPr id="347" name="Google Shape;347;p49"/>
          <p:cNvPicPr preferRelativeResize="0"/>
          <p:nvPr/>
        </p:nvPicPr>
        <p:blipFill>
          <a:blip r:embed="rId4">
            <a:alphaModFix/>
          </a:blip>
          <a:stretch>
            <a:fillRect/>
          </a:stretch>
        </p:blipFill>
        <p:spPr>
          <a:xfrm>
            <a:off x="814100" y="3575696"/>
            <a:ext cx="5749202" cy="1423280"/>
          </a:xfrm>
          <a:prstGeom prst="rect">
            <a:avLst/>
          </a:prstGeom>
          <a:noFill/>
          <a:ln w="28575" cap="flat" cmpd="sng">
            <a:solidFill>
              <a:srgbClr val="5F8195"/>
            </a:solidFill>
            <a:prstDash val="solid"/>
            <a:round/>
            <a:headEnd type="none" w="sm" len="sm"/>
            <a:tailEnd type="none" w="sm" len="sm"/>
          </a:ln>
        </p:spPr>
      </p:pic>
      <p:sp>
        <p:nvSpPr>
          <p:cNvPr id="348" name="Google Shape;348;p49"/>
          <p:cNvSpPr/>
          <p:nvPr/>
        </p:nvSpPr>
        <p:spPr>
          <a:xfrm>
            <a:off x="2867650" y="4264175"/>
            <a:ext cx="966300" cy="734700"/>
          </a:xfrm>
          <a:prstGeom prst="rect">
            <a:avLst/>
          </a:prstGeom>
          <a:noFill/>
          <a:ln w="19050" cap="flat" cmpd="sng">
            <a:solidFill>
              <a:srgbClr val="FF6B6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50"/>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Archivo"/>
                <a:ea typeface="Archivo"/>
                <a:cs typeface="Archivo"/>
                <a:sym typeface="Archivo"/>
              </a:rPr>
              <a:t>BEST</a:t>
            </a:r>
            <a:r>
              <a:rPr lang="en"/>
              <a:t> SELLERS</a:t>
            </a:r>
            <a:endParaRPr/>
          </a:p>
        </p:txBody>
      </p:sp>
      <p:sp>
        <p:nvSpPr>
          <p:cNvPr id="354" name="Google Shape;354;p50"/>
          <p:cNvSpPr txBox="1">
            <a:spLocks noGrp="1"/>
          </p:cNvSpPr>
          <p:nvPr>
            <p:ph type="subTitle" idx="2"/>
          </p:nvPr>
        </p:nvSpPr>
        <p:spPr>
          <a:xfrm>
            <a:off x="1554325" y="3422914"/>
            <a:ext cx="2731200" cy="946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Venus has a beautiful name and is the second planet from the Sun. It’s terribly hot</a:t>
            </a:r>
            <a:endParaRPr/>
          </a:p>
        </p:txBody>
      </p:sp>
      <p:sp>
        <p:nvSpPr>
          <p:cNvPr id="355" name="Google Shape;355;p50"/>
          <p:cNvSpPr txBox="1">
            <a:spLocks noGrp="1"/>
          </p:cNvSpPr>
          <p:nvPr>
            <p:ph type="subTitle" idx="1"/>
          </p:nvPr>
        </p:nvSpPr>
        <p:spPr>
          <a:xfrm>
            <a:off x="1554325" y="2930350"/>
            <a:ext cx="2731200" cy="492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PLANET </a:t>
            </a:r>
            <a:r>
              <a:rPr lang="en" u="sng"/>
              <a:t>VENUS</a:t>
            </a:r>
            <a:endParaRPr u="sng"/>
          </a:p>
        </p:txBody>
      </p:sp>
      <p:sp>
        <p:nvSpPr>
          <p:cNvPr id="356" name="Google Shape;356;p50"/>
          <p:cNvSpPr txBox="1">
            <a:spLocks noGrp="1"/>
          </p:cNvSpPr>
          <p:nvPr>
            <p:ph type="subTitle" idx="3"/>
          </p:nvPr>
        </p:nvSpPr>
        <p:spPr>
          <a:xfrm>
            <a:off x="4858474" y="2930350"/>
            <a:ext cx="2731200" cy="492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PLANET </a:t>
            </a:r>
            <a:r>
              <a:rPr lang="en" u="sng"/>
              <a:t>MERCURY</a:t>
            </a:r>
            <a:endParaRPr u="sng"/>
          </a:p>
        </p:txBody>
      </p:sp>
      <p:sp>
        <p:nvSpPr>
          <p:cNvPr id="357" name="Google Shape;357;p50"/>
          <p:cNvSpPr txBox="1">
            <a:spLocks noGrp="1"/>
          </p:cNvSpPr>
          <p:nvPr>
            <p:ph type="subTitle" idx="4"/>
          </p:nvPr>
        </p:nvSpPr>
        <p:spPr>
          <a:xfrm>
            <a:off x="4858475" y="3422914"/>
            <a:ext cx="2731200" cy="9465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Mercury is the closest planet to the Sun and the smallest one in the Solar System</a:t>
            </a:r>
            <a:endParaRPr/>
          </a:p>
        </p:txBody>
      </p:sp>
      <p:sp>
        <p:nvSpPr>
          <p:cNvPr id="358" name="Google Shape;358;p50"/>
          <p:cNvSpPr/>
          <p:nvPr/>
        </p:nvSpPr>
        <p:spPr>
          <a:xfrm>
            <a:off x="2417275" y="1770575"/>
            <a:ext cx="1005300" cy="1005300"/>
          </a:xfrm>
          <a:prstGeom prst="ellipse">
            <a:avLst/>
          </a:prstGeom>
          <a:gradFill>
            <a:gsLst>
              <a:gs pos="0">
                <a:schemeClr val="accent1"/>
              </a:gs>
              <a:gs pos="100000">
                <a:schemeClr val="accent3"/>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9" name="Google Shape;359;p50"/>
          <p:cNvGrpSpPr/>
          <p:nvPr/>
        </p:nvGrpSpPr>
        <p:grpSpPr>
          <a:xfrm>
            <a:off x="2676646" y="2082594"/>
            <a:ext cx="486566" cy="414708"/>
            <a:chOff x="-19835275" y="3330250"/>
            <a:chExt cx="329250" cy="280625"/>
          </a:xfrm>
        </p:grpSpPr>
        <p:sp>
          <p:nvSpPr>
            <p:cNvPr id="360" name="Google Shape;360;p50"/>
            <p:cNvSpPr/>
            <p:nvPr/>
          </p:nvSpPr>
          <p:spPr>
            <a:xfrm>
              <a:off x="-19768325" y="3361750"/>
              <a:ext cx="197725" cy="249125"/>
            </a:xfrm>
            <a:custGeom>
              <a:avLst/>
              <a:gdLst/>
              <a:ahLst/>
              <a:cxnLst/>
              <a:rect l="l" t="t" r="r" b="b"/>
              <a:pathLst>
                <a:path w="7909" h="9965" extrusionOk="0">
                  <a:moveTo>
                    <a:pt x="3927" y="1"/>
                  </a:moveTo>
                  <a:cubicBezTo>
                    <a:pt x="3797" y="1"/>
                    <a:pt x="3671" y="56"/>
                    <a:pt x="3624" y="166"/>
                  </a:cubicBezTo>
                  <a:lnTo>
                    <a:pt x="1103" y="5302"/>
                  </a:lnTo>
                  <a:cubicBezTo>
                    <a:pt x="1" y="7412"/>
                    <a:pt x="1607" y="9964"/>
                    <a:pt x="3970" y="9964"/>
                  </a:cubicBezTo>
                  <a:cubicBezTo>
                    <a:pt x="6333" y="9964"/>
                    <a:pt x="7908" y="7412"/>
                    <a:pt x="6837" y="5302"/>
                  </a:cubicBezTo>
                  <a:lnTo>
                    <a:pt x="4254" y="166"/>
                  </a:lnTo>
                  <a:cubicBezTo>
                    <a:pt x="4191" y="56"/>
                    <a:pt x="4057" y="1"/>
                    <a:pt x="39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50"/>
            <p:cNvSpPr/>
            <p:nvPr/>
          </p:nvSpPr>
          <p:spPr>
            <a:xfrm>
              <a:off x="-19622625" y="3330250"/>
              <a:ext cx="116600" cy="189250"/>
            </a:xfrm>
            <a:custGeom>
              <a:avLst/>
              <a:gdLst/>
              <a:ahLst/>
              <a:cxnLst/>
              <a:rect l="l" t="t" r="r" b="b"/>
              <a:pathLst>
                <a:path w="4664" h="7570" extrusionOk="0">
                  <a:moveTo>
                    <a:pt x="1683" y="1"/>
                  </a:moveTo>
                  <a:cubicBezTo>
                    <a:pt x="1553" y="1"/>
                    <a:pt x="1419" y="56"/>
                    <a:pt x="1356" y="166"/>
                  </a:cubicBezTo>
                  <a:lnTo>
                    <a:pt x="1" y="2939"/>
                  </a:lnTo>
                  <a:lnTo>
                    <a:pt x="1608" y="6215"/>
                  </a:lnTo>
                  <a:cubicBezTo>
                    <a:pt x="1828" y="6625"/>
                    <a:pt x="1954" y="7097"/>
                    <a:pt x="1986" y="7570"/>
                  </a:cubicBezTo>
                  <a:cubicBezTo>
                    <a:pt x="3687" y="7381"/>
                    <a:pt x="4664" y="5585"/>
                    <a:pt x="3876" y="4010"/>
                  </a:cubicBezTo>
                  <a:lnTo>
                    <a:pt x="1986" y="166"/>
                  </a:lnTo>
                  <a:cubicBezTo>
                    <a:pt x="1938" y="56"/>
                    <a:pt x="1812" y="1"/>
                    <a:pt x="168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50"/>
            <p:cNvSpPr/>
            <p:nvPr/>
          </p:nvSpPr>
          <p:spPr>
            <a:xfrm>
              <a:off x="-19835275" y="3330250"/>
              <a:ext cx="116600" cy="189250"/>
            </a:xfrm>
            <a:custGeom>
              <a:avLst/>
              <a:gdLst/>
              <a:ahLst/>
              <a:cxnLst/>
              <a:rect l="l" t="t" r="r" b="b"/>
              <a:pathLst>
                <a:path w="4664" h="7570" extrusionOk="0">
                  <a:moveTo>
                    <a:pt x="2982" y="1"/>
                  </a:moveTo>
                  <a:cubicBezTo>
                    <a:pt x="2852" y="1"/>
                    <a:pt x="2726" y="56"/>
                    <a:pt x="2679" y="166"/>
                  </a:cubicBezTo>
                  <a:lnTo>
                    <a:pt x="788" y="4010"/>
                  </a:lnTo>
                  <a:cubicBezTo>
                    <a:pt x="1" y="5522"/>
                    <a:pt x="977" y="7381"/>
                    <a:pt x="2679" y="7570"/>
                  </a:cubicBezTo>
                  <a:cubicBezTo>
                    <a:pt x="2710" y="7097"/>
                    <a:pt x="2868" y="6593"/>
                    <a:pt x="3057" y="6152"/>
                  </a:cubicBezTo>
                  <a:lnTo>
                    <a:pt x="4663" y="2876"/>
                  </a:lnTo>
                  <a:lnTo>
                    <a:pt x="3309" y="166"/>
                  </a:lnTo>
                  <a:cubicBezTo>
                    <a:pt x="3246" y="56"/>
                    <a:pt x="3112" y="1"/>
                    <a:pt x="298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 name="Google Shape;363;p50"/>
          <p:cNvSpPr/>
          <p:nvPr/>
        </p:nvSpPr>
        <p:spPr>
          <a:xfrm>
            <a:off x="5721425" y="1770575"/>
            <a:ext cx="1005300" cy="1005300"/>
          </a:xfrm>
          <a:prstGeom prst="ellipse">
            <a:avLst/>
          </a:prstGeom>
          <a:gradFill>
            <a:gsLst>
              <a:gs pos="0">
                <a:schemeClr val="accent1"/>
              </a:gs>
              <a:gs pos="100000">
                <a:schemeClr val="accent2"/>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50"/>
          <p:cNvSpPr/>
          <p:nvPr/>
        </p:nvSpPr>
        <p:spPr>
          <a:xfrm>
            <a:off x="5999428" y="2049157"/>
            <a:ext cx="449288" cy="448143"/>
          </a:xfrm>
          <a:custGeom>
            <a:avLst/>
            <a:gdLst/>
            <a:ahLst/>
            <a:cxnLst/>
            <a:rect l="l" t="t" r="r" b="b"/>
            <a:pathLst>
              <a:path w="12161" h="12130" extrusionOk="0">
                <a:moveTo>
                  <a:pt x="3245" y="0"/>
                </a:moveTo>
                <a:cubicBezTo>
                  <a:pt x="3245" y="0"/>
                  <a:pt x="2174" y="820"/>
                  <a:pt x="2174" y="1765"/>
                </a:cubicBezTo>
                <a:cubicBezTo>
                  <a:pt x="2174" y="2363"/>
                  <a:pt x="2552" y="2930"/>
                  <a:pt x="2867" y="3245"/>
                </a:cubicBezTo>
                <a:lnTo>
                  <a:pt x="2867" y="4254"/>
                </a:lnTo>
                <a:cubicBezTo>
                  <a:pt x="2867" y="3466"/>
                  <a:pt x="2237" y="2836"/>
                  <a:pt x="1449" y="2836"/>
                </a:cubicBezTo>
                <a:lnTo>
                  <a:pt x="756" y="2836"/>
                </a:lnTo>
                <a:lnTo>
                  <a:pt x="756" y="3560"/>
                </a:lnTo>
                <a:cubicBezTo>
                  <a:pt x="756" y="4348"/>
                  <a:pt x="1386" y="4978"/>
                  <a:pt x="2174" y="4978"/>
                </a:cubicBezTo>
                <a:lnTo>
                  <a:pt x="2867" y="4978"/>
                </a:lnTo>
                <a:lnTo>
                  <a:pt x="2867" y="6742"/>
                </a:lnTo>
                <a:cubicBezTo>
                  <a:pt x="2867" y="5955"/>
                  <a:pt x="2237" y="5325"/>
                  <a:pt x="1449" y="5325"/>
                </a:cubicBezTo>
                <a:lnTo>
                  <a:pt x="756" y="5325"/>
                </a:lnTo>
                <a:lnTo>
                  <a:pt x="756" y="6018"/>
                </a:lnTo>
                <a:cubicBezTo>
                  <a:pt x="756" y="6805"/>
                  <a:pt x="1386" y="7467"/>
                  <a:pt x="2174" y="7467"/>
                </a:cubicBezTo>
                <a:lnTo>
                  <a:pt x="2867" y="7467"/>
                </a:lnTo>
                <a:lnTo>
                  <a:pt x="2867" y="9263"/>
                </a:lnTo>
                <a:cubicBezTo>
                  <a:pt x="2867" y="8475"/>
                  <a:pt x="2237" y="7845"/>
                  <a:pt x="1449" y="7845"/>
                </a:cubicBezTo>
                <a:lnTo>
                  <a:pt x="756" y="7845"/>
                </a:lnTo>
                <a:lnTo>
                  <a:pt x="756" y="8570"/>
                </a:lnTo>
                <a:cubicBezTo>
                  <a:pt x="756" y="9357"/>
                  <a:pt x="1386" y="9987"/>
                  <a:pt x="2174" y="9987"/>
                </a:cubicBezTo>
                <a:lnTo>
                  <a:pt x="2867" y="9987"/>
                </a:lnTo>
                <a:lnTo>
                  <a:pt x="2867" y="11437"/>
                </a:lnTo>
                <a:lnTo>
                  <a:pt x="347" y="11437"/>
                </a:lnTo>
                <a:cubicBezTo>
                  <a:pt x="158" y="11437"/>
                  <a:pt x="0" y="11594"/>
                  <a:pt x="0" y="11783"/>
                </a:cubicBezTo>
                <a:cubicBezTo>
                  <a:pt x="0" y="11972"/>
                  <a:pt x="158" y="12130"/>
                  <a:pt x="347" y="12130"/>
                </a:cubicBezTo>
                <a:lnTo>
                  <a:pt x="11814" y="12130"/>
                </a:lnTo>
                <a:cubicBezTo>
                  <a:pt x="12004" y="12130"/>
                  <a:pt x="12161" y="11972"/>
                  <a:pt x="12161" y="11783"/>
                </a:cubicBezTo>
                <a:cubicBezTo>
                  <a:pt x="12161" y="11594"/>
                  <a:pt x="12004" y="11437"/>
                  <a:pt x="11814" y="11437"/>
                </a:cubicBezTo>
                <a:lnTo>
                  <a:pt x="9294" y="11437"/>
                </a:lnTo>
                <a:lnTo>
                  <a:pt x="9294" y="9987"/>
                </a:lnTo>
                <a:lnTo>
                  <a:pt x="10019" y="9987"/>
                </a:lnTo>
                <a:cubicBezTo>
                  <a:pt x="10806" y="9987"/>
                  <a:pt x="11436" y="9357"/>
                  <a:pt x="11436" y="8570"/>
                </a:cubicBezTo>
                <a:lnTo>
                  <a:pt x="11436" y="7845"/>
                </a:lnTo>
                <a:lnTo>
                  <a:pt x="10712" y="7845"/>
                </a:lnTo>
                <a:cubicBezTo>
                  <a:pt x="9924" y="7845"/>
                  <a:pt x="9294" y="8475"/>
                  <a:pt x="9294" y="9263"/>
                </a:cubicBezTo>
                <a:lnTo>
                  <a:pt x="9294" y="7467"/>
                </a:lnTo>
                <a:lnTo>
                  <a:pt x="10019" y="7467"/>
                </a:lnTo>
                <a:cubicBezTo>
                  <a:pt x="10806" y="7467"/>
                  <a:pt x="11436" y="6805"/>
                  <a:pt x="11436" y="6018"/>
                </a:cubicBezTo>
                <a:lnTo>
                  <a:pt x="11436" y="5325"/>
                </a:lnTo>
                <a:lnTo>
                  <a:pt x="10712" y="5325"/>
                </a:lnTo>
                <a:cubicBezTo>
                  <a:pt x="9924" y="5325"/>
                  <a:pt x="9294" y="5955"/>
                  <a:pt x="9294" y="6742"/>
                </a:cubicBezTo>
                <a:lnTo>
                  <a:pt x="9294" y="4978"/>
                </a:lnTo>
                <a:lnTo>
                  <a:pt x="10019" y="4978"/>
                </a:lnTo>
                <a:cubicBezTo>
                  <a:pt x="10806" y="4978"/>
                  <a:pt x="11436" y="4348"/>
                  <a:pt x="11436" y="3560"/>
                </a:cubicBezTo>
                <a:lnTo>
                  <a:pt x="11436" y="2836"/>
                </a:lnTo>
                <a:lnTo>
                  <a:pt x="10712" y="2836"/>
                </a:lnTo>
                <a:cubicBezTo>
                  <a:pt x="9924" y="2836"/>
                  <a:pt x="9294" y="3466"/>
                  <a:pt x="9294" y="4254"/>
                </a:cubicBezTo>
                <a:lnTo>
                  <a:pt x="9294" y="3245"/>
                </a:lnTo>
                <a:cubicBezTo>
                  <a:pt x="9609" y="2930"/>
                  <a:pt x="10019" y="2363"/>
                  <a:pt x="10019" y="1765"/>
                </a:cubicBezTo>
                <a:cubicBezTo>
                  <a:pt x="10019" y="788"/>
                  <a:pt x="8948" y="0"/>
                  <a:pt x="8948" y="0"/>
                </a:cubicBezTo>
                <a:cubicBezTo>
                  <a:pt x="8948" y="0"/>
                  <a:pt x="7876" y="820"/>
                  <a:pt x="7876" y="1765"/>
                </a:cubicBezTo>
                <a:cubicBezTo>
                  <a:pt x="7876" y="2363"/>
                  <a:pt x="8286" y="2930"/>
                  <a:pt x="8601" y="3245"/>
                </a:cubicBezTo>
                <a:lnTo>
                  <a:pt x="8601" y="4254"/>
                </a:lnTo>
                <a:cubicBezTo>
                  <a:pt x="8601" y="3466"/>
                  <a:pt x="7971" y="2836"/>
                  <a:pt x="7183" y="2836"/>
                </a:cubicBezTo>
                <a:lnTo>
                  <a:pt x="6459" y="2836"/>
                </a:lnTo>
                <a:lnTo>
                  <a:pt x="6459" y="3560"/>
                </a:lnTo>
                <a:cubicBezTo>
                  <a:pt x="6459" y="4348"/>
                  <a:pt x="7089" y="4978"/>
                  <a:pt x="7876" y="4978"/>
                </a:cubicBezTo>
                <a:lnTo>
                  <a:pt x="8601" y="4978"/>
                </a:lnTo>
                <a:lnTo>
                  <a:pt x="8601" y="6742"/>
                </a:lnTo>
                <a:cubicBezTo>
                  <a:pt x="8601" y="5955"/>
                  <a:pt x="7971" y="5325"/>
                  <a:pt x="7183" y="5325"/>
                </a:cubicBezTo>
                <a:lnTo>
                  <a:pt x="6459" y="5325"/>
                </a:lnTo>
                <a:lnTo>
                  <a:pt x="6459" y="6018"/>
                </a:lnTo>
                <a:cubicBezTo>
                  <a:pt x="6459" y="6805"/>
                  <a:pt x="7089" y="7467"/>
                  <a:pt x="7876" y="7467"/>
                </a:cubicBezTo>
                <a:lnTo>
                  <a:pt x="8601" y="7467"/>
                </a:lnTo>
                <a:lnTo>
                  <a:pt x="8601" y="9263"/>
                </a:lnTo>
                <a:cubicBezTo>
                  <a:pt x="8601" y="8475"/>
                  <a:pt x="7971" y="7845"/>
                  <a:pt x="7183" y="7845"/>
                </a:cubicBezTo>
                <a:lnTo>
                  <a:pt x="6459" y="7845"/>
                </a:lnTo>
                <a:lnTo>
                  <a:pt x="6459" y="8570"/>
                </a:lnTo>
                <a:cubicBezTo>
                  <a:pt x="6459" y="9357"/>
                  <a:pt x="7089" y="9987"/>
                  <a:pt x="7876" y="9987"/>
                </a:cubicBezTo>
                <a:lnTo>
                  <a:pt x="8601" y="9987"/>
                </a:lnTo>
                <a:lnTo>
                  <a:pt x="8601" y="11437"/>
                </a:lnTo>
                <a:lnTo>
                  <a:pt x="3592" y="11437"/>
                </a:lnTo>
                <a:lnTo>
                  <a:pt x="3592" y="9987"/>
                </a:lnTo>
                <a:lnTo>
                  <a:pt x="4285" y="9987"/>
                </a:lnTo>
                <a:cubicBezTo>
                  <a:pt x="5072" y="9987"/>
                  <a:pt x="5703" y="9357"/>
                  <a:pt x="5703" y="8570"/>
                </a:cubicBezTo>
                <a:lnTo>
                  <a:pt x="5703" y="7845"/>
                </a:lnTo>
                <a:lnTo>
                  <a:pt x="5009" y="7845"/>
                </a:lnTo>
                <a:cubicBezTo>
                  <a:pt x="4222" y="7845"/>
                  <a:pt x="3592" y="8475"/>
                  <a:pt x="3592" y="9263"/>
                </a:cubicBezTo>
                <a:lnTo>
                  <a:pt x="3592" y="7467"/>
                </a:lnTo>
                <a:lnTo>
                  <a:pt x="4285" y="7467"/>
                </a:lnTo>
                <a:cubicBezTo>
                  <a:pt x="5072" y="7467"/>
                  <a:pt x="5703" y="6805"/>
                  <a:pt x="5703" y="6018"/>
                </a:cubicBezTo>
                <a:lnTo>
                  <a:pt x="5703" y="5325"/>
                </a:lnTo>
                <a:lnTo>
                  <a:pt x="5009" y="5325"/>
                </a:lnTo>
                <a:cubicBezTo>
                  <a:pt x="4222" y="5325"/>
                  <a:pt x="3592" y="5955"/>
                  <a:pt x="3592" y="6742"/>
                </a:cubicBezTo>
                <a:lnTo>
                  <a:pt x="3592" y="4978"/>
                </a:lnTo>
                <a:lnTo>
                  <a:pt x="4285" y="4978"/>
                </a:lnTo>
                <a:cubicBezTo>
                  <a:pt x="5072" y="4978"/>
                  <a:pt x="5703" y="4348"/>
                  <a:pt x="5703" y="3560"/>
                </a:cubicBezTo>
                <a:lnTo>
                  <a:pt x="5703" y="2836"/>
                </a:lnTo>
                <a:lnTo>
                  <a:pt x="5009" y="2836"/>
                </a:lnTo>
                <a:cubicBezTo>
                  <a:pt x="4222" y="2836"/>
                  <a:pt x="3592" y="3466"/>
                  <a:pt x="3592" y="4254"/>
                </a:cubicBezTo>
                <a:lnTo>
                  <a:pt x="3592" y="3245"/>
                </a:lnTo>
                <a:cubicBezTo>
                  <a:pt x="3907" y="2930"/>
                  <a:pt x="4285" y="2363"/>
                  <a:pt x="4285" y="1765"/>
                </a:cubicBezTo>
                <a:cubicBezTo>
                  <a:pt x="4285" y="788"/>
                  <a:pt x="3245" y="0"/>
                  <a:pt x="324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50"/>
          <p:cNvSpPr/>
          <p:nvPr/>
        </p:nvSpPr>
        <p:spPr>
          <a:xfrm>
            <a:off x="713100" y="1112200"/>
            <a:ext cx="7717800" cy="61500"/>
          </a:xfrm>
          <a:prstGeom prst="rect">
            <a:avLst/>
          </a:prstGeom>
          <a:gradFill>
            <a:gsLst>
              <a:gs pos="0">
                <a:schemeClr val="accent1"/>
              </a:gs>
              <a:gs pos="100000">
                <a:schemeClr val="accent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grpSp>
        <p:nvGrpSpPr>
          <p:cNvPr id="370" name="Google Shape;370;p51"/>
          <p:cNvGrpSpPr/>
          <p:nvPr/>
        </p:nvGrpSpPr>
        <p:grpSpPr>
          <a:xfrm>
            <a:off x="4937701" y="1501391"/>
            <a:ext cx="3493081" cy="3102606"/>
            <a:chOff x="6644304" y="3073628"/>
            <a:chExt cx="576302" cy="511871"/>
          </a:xfrm>
        </p:grpSpPr>
        <p:sp>
          <p:nvSpPr>
            <p:cNvPr id="371" name="Google Shape;371;p51"/>
            <p:cNvSpPr/>
            <p:nvPr/>
          </p:nvSpPr>
          <p:spPr>
            <a:xfrm>
              <a:off x="6644304" y="3073628"/>
              <a:ext cx="576302" cy="511871"/>
            </a:xfrm>
            <a:custGeom>
              <a:avLst/>
              <a:gdLst/>
              <a:ahLst/>
              <a:cxnLst/>
              <a:rect l="l" t="t" r="r" b="b"/>
              <a:pathLst>
                <a:path w="99879" h="88751" extrusionOk="0">
                  <a:moveTo>
                    <a:pt x="50483" y="1"/>
                  </a:moveTo>
                  <a:cubicBezTo>
                    <a:pt x="46751" y="1"/>
                    <a:pt x="42953" y="456"/>
                    <a:pt x="39160" y="1409"/>
                  </a:cubicBezTo>
                  <a:cubicBezTo>
                    <a:pt x="14870" y="7513"/>
                    <a:pt x="1" y="31697"/>
                    <a:pt x="5963" y="55420"/>
                  </a:cubicBezTo>
                  <a:cubicBezTo>
                    <a:pt x="10993" y="75452"/>
                    <a:pt x="29236" y="88750"/>
                    <a:pt x="49406" y="88750"/>
                  </a:cubicBezTo>
                  <a:cubicBezTo>
                    <a:pt x="53141" y="88750"/>
                    <a:pt x="56941" y="88294"/>
                    <a:pt x="60736" y="87341"/>
                  </a:cubicBezTo>
                  <a:cubicBezTo>
                    <a:pt x="85027" y="81237"/>
                    <a:pt x="99878" y="57053"/>
                    <a:pt x="93917" y="33330"/>
                  </a:cubicBezTo>
                  <a:cubicBezTo>
                    <a:pt x="88901" y="13311"/>
                    <a:pt x="70655" y="1"/>
                    <a:pt x="5048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2" name="Google Shape;372;p51"/>
            <p:cNvGrpSpPr/>
            <p:nvPr/>
          </p:nvGrpSpPr>
          <p:grpSpPr>
            <a:xfrm>
              <a:off x="6712169" y="3085440"/>
              <a:ext cx="481622" cy="494913"/>
              <a:chOff x="6712169" y="3085440"/>
              <a:chExt cx="481622" cy="494913"/>
            </a:xfrm>
          </p:grpSpPr>
          <p:sp>
            <p:nvSpPr>
              <p:cNvPr id="373" name="Google Shape;373;p51"/>
              <p:cNvSpPr/>
              <p:nvPr/>
            </p:nvSpPr>
            <p:spPr>
              <a:xfrm>
                <a:off x="6712169" y="3085440"/>
                <a:ext cx="238757" cy="315615"/>
              </a:xfrm>
              <a:custGeom>
                <a:avLst/>
                <a:gdLst/>
                <a:ahLst/>
                <a:cxnLst/>
                <a:rect l="l" t="t" r="r" b="b"/>
                <a:pathLst>
                  <a:path w="41379" h="54723" extrusionOk="0">
                    <a:moveTo>
                      <a:pt x="20938" y="3904"/>
                    </a:moveTo>
                    <a:lnTo>
                      <a:pt x="22677" y="6583"/>
                    </a:lnTo>
                    <a:lnTo>
                      <a:pt x="22091" y="7097"/>
                    </a:lnTo>
                    <a:lnTo>
                      <a:pt x="18951" y="4400"/>
                    </a:lnTo>
                    <a:lnTo>
                      <a:pt x="20938" y="3904"/>
                    </a:lnTo>
                    <a:close/>
                    <a:moveTo>
                      <a:pt x="25072" y="0"/>
                    </a:moveTo>
                    <a:lnTo>
                      <a:pt x="25072" y="0"/>
                    </a:lnTo>
                    <a:cubicBezTo>
                      <a:pt x="24433" y="195"/>
                      <a:pt x="23812" y="408"/>
                      <a:pt x="23191" y="621"/>
                    </a:cubicBezTo>
                    <a:lnTo>
                      <a:pt x="23493" y="1047"/>
                    </a:lnTo>
                    <a:lnTo>
                      <a:pt x="21861" y="1136"/>
                    </a:lnTo>
                    <a:cubicBezTo>
                      <a:pt x="20920" y="1491"/>
                      <a:pt x="19980" y="1899"/>
                      <a:pt x="19075" y="2307"/>
                    </a:cubicBezTo>
                    <a:lnTo>
                      <a:pt x="17709" y="4489"/>
                    </a:lnTo>
                    <a:lnTo>
                      <a:pt x="19341" y="6778"/>
                    </a:lnTo>
                    <a:lnTo>
                      <a:pt x="19341" y="6778"/>
                    </a:lnTo>
                    <a:lnTo>
                      <a:pt x="16697" y="6086"/>
                    </a:lnTo>
                    <a:lnTo>
                      <a:pt x="17017" y="4542"/>
                    </a:lnTo>
                    <a:lnTo>
                      <a:pt x="15473" y="4205"/>
                    </a:lnTo>
                    <a:cubicBezTo>
                      <a:pt x="14124" y="4968"/>
                      <a:pt x="12811" y="5820"/>
                      <a:pt x="11552" y="6725"/>
                    </a:cubicBezTo>
                    <a:lnTo>
                      <a:pt x="12581" y="6920"/>
                    </a:lnTo>
                    <a:lnTo>
                      <a:pt x="11836" y="8091"/>
                    </a:lnTo>
                    <a:cubicBezTo>
                      <a:pt x="11392" y="7967"/>
                      <a:pt x="10842" y="7772"/>
                      <a:pt x="10363" y="7612"/>
                    </a:cubicBezTo>
                    <a:cubicBezTo>
                      <a:pt x="6300" y="10753"/>
                      <a:pt x="2804" y="14567"/>
                      <a:pt x="1" y="18897"/>
                    </a:cubicBezTo>
                    <a:cubicBezTo>
                      <a:pt x="356" y="19536"/>
                      <a:pt x="498" y="20299"/>
                      <a:pt x="373" y="21026"/>
                    </a:cubicBezTo>
                    <a:cubicBezTo>
                      <a:pt x="285" y="21895"/>
                      <a:pt x="870" y="22800"/>
                      <a:pt x="977" y="23723"/>
                    </a:cubicBezTo>
                    <a:cubicBezTo>
                      <a:pt x="1101" y="24681"/>
                      <a:pt x="835" y="25710"/>
                      <a:pt x="1048" y="26633"/>
                    </a:cubicBezTo>
                    <a:cubicBezTo>
                      <a:pt x="1580" y="28922"/>
                      <a:pt x="1651" y="28904"/>
                      <a:pt x="1314" y="30696"/>
                    </a:cubicBezTo>
                    <a:cubicBezTo>
                      <a:pt x="1260" y="30998"/>
                      <a:pt x="1243" y="31335"/>
                      <a:pt x="1189" y="31654"/>
                    </a:cubicBezTo>
                    <a:cubicBezTo>
                      <a:pt x="906" y="33943"/>
                      <a:pt x="852" y="36090"/>
                      <a:pt x="2378" y="38184"/>
                    </a:cubicBezTo>
                    <a:cubicBezTo>
                      <a:pt x="3194" y="39302"/>
                      <a:pt x="4490" y="39461"/>
                      <a:pt x="5217" y="40473"/>
                    </a:cubicBezTo>
                    <a:cubicBezTo>
                      <a:pt x="5377" y="41147"/>
                      <a:pt x="5679" y="41821"/>
                      <a:pt x="5679" y="42496"/>
                    </a:cubicBezTo>
                    <a:cubicBezTo>
                      <a:pt x="5679" y="43170"/>
                      <a:pt x="7311" y="43347"/>
                      <a:pt x="6406" y="44146"/>
                    </a:cubicBezTo>
                    <a:lnTo>
                      <a:pt x="8429" y="45122"/>
                    </a:lnTo>
                    <a:lnTo>
                      <a:pt x="8429" y="45122"/>
                    </a:lnTo>
                    <a:lnTo>
                      <a:pt x="8269" y="43170"/>
                    </a:lnTo>
                    <a:lnTo>
                      <a:pt x="8269" y="43170"/>
                    </a:lnTo>
                    <a:cubicBezTo>
                      <a:pt x="8872" y="43613"/>
                      <a:pt x="9298" y="43826"/>
                      <a:pt x="9600" y="44146"/>
                    </a:cubicBezTo>
                    <a:cubicBezTo>
                      <a:pt x="10345" y="44909"/>
                      <a:pt x="10948" y="45849"/>
                      <a:pt x="11765" y="46523"/>
                    </a:cubicBezTo>
                    <a:cubicBezTo>
                      <a:pt x="12652" y="47251"/>
                      <a:pt x="13734" y="47730"/>
                      <a:pt x="13255" y="49167"/>
                    </a:cubicBezTo>
                    <a:cubicBezTo>
                      <a:pt x="15142" y="50239"/>
                      <a:pt x="17068" y="51273"/>
                      <a:pt x="19240" y="51273"/>
                    </a:cubicBezTo>
                    <a:cubicBezTo>
                      <a:pt x="19621" y="51273"/>
                      <a:pt x="20009" y="51241"/>
                      <a:pt x="20406" y="51172"/>
                    </a:cubicBezTo>
                    <a:cubicBezTo>
                      <a:pt x="21066" y="51051"/>
                      <a:pt x="21687" y="50867"/>
                      <a:pt x="22299" y="50867"/>
                    </a:cubicBezTo>
                    <a:cubicBezTo>
                      <a:pt x="22856" y="50867"/>
                      <a:pt x="23406" y="51019"/>
                      <a:pt x="23972" y="51509"/>
                    </a:cubicBezTo>
                    <a:cubicBezTo>
                      <a:pt x="24575" y="52042"/>
                      <a:pt x="25551" y="52219"/>
                      <a:pt x="26403" y="52414"/>
                    </a:cubicBezTo>
                    <a:cubicBezTo>
                      <a:pt x="26412" y="52417"/>
                      <a:pt x="26421" y="52418"/>
                      <a:pt x="26431" y="52418"/>
                    </a:cubicBezTo>
                    <a:cubicBezTo>
                      <a:pt x="26612" y="52418"/>
                      <a:pt x="26911" y="51958"/>
                      <a:pt x="27130" y="51722"/>
                    </a:cubicBezTo>
                    <a:cubicBezTo>
                      <a:pt x="29563" y="53875"/>
                      <a:pt x="30553" y="54722"/>
                      <a:pt x="31970" y="54722"/>
                    </a:cubicBezTo>
                    <a:cubicBezTo>
                      <a:pt x="32888" y="54722"/>
                      <a:pt x="33985" y="54367"/>
                      <a:pt x="35771" y="53780"/>
                    </a:cubicBezTo>
                    <a:cubicBezTo>
                      <a:pt x="35754" y="53674"/>
                      <a:pt x="35736" y="53568"/>
                      <a:pt x="35700" y="53461"/>
                    </a:cubicBezTo>
                    <a:cubicBezTo>
                      <a:pt x="35026" y="53479"/>
                      <a:pt x="34387" y="53550"/>
                      <a:pt x="33731" y="53568"/>
                    </a:cubicBezTo>
                    <a:cubicBezTo>
                      <a:pt x="33590" y="53572"/>
                      <a:pt x="33456" y="53574"/>
                      <a:pt x="33329" y="53574"/>
                    </a:cubicBezTo>
                    <a:cubicBezTo>
                      <a:pt x="31461" y="53574"/>
                      <a:pt x="31079" y="53047"/>
                      <a:pt x="30697" y="50871"/>
                    </a:cubicBezTo>
                    <a:cubicBezTo>
                      <a:pt x="30590" y="50179"/>
                      <a:pt x="30005" y="49575"/>
                      <a:pt x="29650" y="48972"/>
                    </a:cubicBezTo>
                    <a:lnTo>
                      <a:pt x="26030" y="49628"/>
                    </a:lnTo>
                    <a:lnTo>
                      <a:pt x="26030" y="49628"/>
                    </a:lnTo>
                    <a:lnTo>
                      <a:pt x="26385" y="45406"/>
                    </a:lnTo>
                    <a:lnTo>
                      <a:pt x="24167" y="45956"/>
                    </a:lnTo>
                    <a:cubicBezTo>
                      <a:pt x="23812" y="46931"/>
                      <a:pt x="24007" y="48085"/>
                      <a:pt x="22553" y="48564"/>
                    </a:cubicBezTo>
                    <a:cubicBezTo>
                      <a:pt x="22259" y="48659"/>
                      <a:pt x="21992" y="48700"/>
                      <a:pt x="21745" y="48700"/>
                    </a:cubicBezTo>
                    <a:cubicBezTo>
                      <a:pt x="20706" y="48700"/>
                      <a:pt x="20016" y="47976"/>
                      <a:pt x="19199" y="47517"/>
                    </a:cubicBezTo>
                    <a:lnTo>
                      <a:pt x="17851" y="42123"/>
                    </a:lnTo>
                    <a:cubicBezTo>
                      <a:pt x="19459" y="40109"/>
                      <a:pt x="19754" y="39740"/>
                      <a:pt x="21393" y="39740"/>
                    </a:cubicBezTo>
                    <a:cubicBezTo>
                      <a:pt x="21761" y="39740"/>
                      <a:pt x="22197" y="39758"/>
                      <a:pt x="22730" y="39781"/>
                    </a:cubicBezTo>
                    <a:lnTo>
                      <a:pt x="22890" y="38237"/>
                    </a:lnTo>
                    <a:lnTo>
                      <a:pt x="27042" y="38113"/>
                    </a:lnTo>
                    <a:lnTo>
                      <a:pt x="30324" y="41786"/>
                    </a:lnTo>
                    <a:cubicBezTo>
                      <a:pt x="30679" y="39550"/>
                      <a:pt x="29064" y="38290"/>
                      <a:pt x="28532" y="36374"/>
                    </a:cubicBezTo>
                    <a:cubicBezTo>
                      <a:pt x="29366" y="35363"/>
                      <a:pt x="30324" y="34280"/>
                      <a:pt x="31229" y="33163"/>
                    </a:cubicBezTo>
                    <a:cubicBezTo>
                      <a:pt x="32045" y="32133"/>
                      <a:pt x="31974" y="31885"/>
                      <a:pt x="30644" y="30359"/>
                    </a:cubicBezTo>
                    <a:cubicBezTo>
                      <a:pt x="31105" y="29916"/>
                      <a:pt x="31886" y="29490"/>
                      <a:pt x="31957" y="28993"/>
                    </a:cubicBezTo>
                    <a:cubicBezTo>
                      <a:pt x="32152" y="27378"/>
                      <a:pt x="33411" y="26757"/>
                      <a:pt x="34441" y="25906"/>
                    </a:cubicBezTo>
                    <a:lnTo>
                      <a:pt x="34245" y="24273"/>
                    </a:lnTo>
                    <a:lnTo>
                      <a:pt x="36588" y="22996"/>
                    </a:lnTo>
                    <a:lnTo>
                      <a:pt x="37120" y="24096"/>
                    </a:lnTo>
                    <a:lnTo>
                      <a:pt x="40438" y="20849"/>
                    </a:lnTo>
                    <a:lnTo>
                      <a:pt x="40048" y="20387"/>
                    </a:lnTo>
                    <a:lnTo>
                      <a:pt x="38184" y="21700"/>
                    </a:lnTo>
                    <a:lnTo>
                      <a:pt x="36410" y="20547"/>
                    </a:lnTo>
                    <a:cubicBezTo>
                      <a:pt x="37315" y="19429"/>
                      <a:pt x="38309" y="18631"/>
                      <a:pt x="38752" y="17584"/>
                    </a:cubicBezTo>
                    <a:cubicBezTo>
                      <a:pt x="39285" y="16377"/>
                      <a:pt x="40686" y="16271"/>
                      <a:pt x="41378" y="15295"/>
                    </a:cubicBezTo>
                    <a:cubicBezTo>
                      <a:pt x="40314" y="14177"/>
                      <a:pt x="39285" y="13663"/>
                      <a:pt x="37989" y="13521"/>
                    </a:cubicBezTo>
                    <a:cubicBezTo>
                      <a:pt x="37031" y="13467"/>
                      <a:pt x="36162" y="12971"/>
                      <a:pt x="35647" y="12154"/>
                    </a:cubicBezTo>
                    <a:cubicBezTo>
                      <a:pt x="35257" y="11622"/>
                      <a:pt x="34813" y="11161"/>
                      <a:pt x="34281" y="10770"/>
                    </a:cubicBezTo>
                    <a:cubicBezTo>
                      <a:pt x="34068" y="10593"/>
                      <a:pt x="33678" y="10628"/>
                      <a:pt x="33323" y="10557"/>
                    </a:cubicBezTo>
                    <a:lnTo>
                      <a:pt x="32773" y="12509"/>
                    </a:lnTo>
                    <a:cubicBezTo>
                      <a:pt x="31022" y="12013"/>
                      <a:pt x="29978" y="9739"/>
                      <a:pt x="28235" y="9739"/>
                    </a:cubicBezTo>
                    <a:cubicBezTo>
                      <a:pt x="27735" y="9739"/>
                      <a:pt x="27176" y="9927"/>
                      <a:pt x="26527" y="10398"/>
                    </a:cubicBezTo>
                    <a:cubicBezTo>
                      <a:pt x="26793" y="11711"/>
                      <a:pt x="25942" y="13290"/>
                      <a:pt x="27343" y="14479"/>
                    </a:cubicBezTo>
                    <a:cubicBezTo>
                      <a:pt x="27538" y="14638"/>
                      <a:pt x="27609" y="15295"/>
                      <a:pt x="27485" y="15419"/>
                    </a:cubicBezTo>
                    <a:cubicBezTo>
                      <a:pt x="26154" y="16590"/>
                      <a:pt x="27095" y="18169"/>
                      <a:pt x="26935" y="19447"/>
                    </a:cubicBezTo>
                    <a:cubicBezTo>
                      <a:pt x="26757" y="19471"/>
                      <a:pt x="26594" y="19483"/>
                      <a:pt x="26444" y="19483"/>
                    </a:cubicBezTo>
                    <a:cubicBezTo>
                      <a:pt x="24534" y="19483"/>
                      <a:pt x="24803" y="17604"/>
                      <a:pt x="24309" y="16732"/>
                    </a:cubicBezTo>
                    <a:cubicBezTo>
                      <a:pt x="23538" y="16756"/>
                      <a:pt x="22881" y="16829"/>
                      <a:pt x="22272" y="16829"/>
                    </a:cubicBezTo>
                    <a:cubicBezTo>
                      <a:pt x="21985" y="16829"/>
                      <a:pt x="21708" y="16813"/>
                      <a:pt x="21435" y="16768"/>
                    </a:cubicBezTo>
                    <a:cubicBezTo>
                      <a:pt x="20583" y="16626"/>
                      <a:pt x="19767" y="16235"/>
                      <a:pt x="18968" y="15880"/>
                    </a:cubicBezTo>
                    <a:cubicBezTo>
                      <a:pt x="18099" y="15508"/>
                      <a:pt x="17904" y="14745"/>
                      <a:pt x="18117" y="13929"/>
                    </a:cubicBezTo>
                    <a:cubicBezTo>
                      <a:pt x="18489" y="12562"/>
                      <a:pt x="19820" y="11799"/>
                      <a:pt x="20317" y="10433"/>
                    </a:cubicBezTo>
                    <a:cubicBezTo>
                      <a:pt x="20420" y="10159"/>
                      <a:pt x="20643" y="10069"/>
                      <a:pt x="20926" y="10069"/>
                    </a:cubicBezTo>
                    <a:cubicBezTo>
                      <a:pt x="21466" y="10069"/>
                      <a:pt x="22224" y="10398"/>
                      <a:pt x="22783" y="10398"/>
                    </a:cubicBezTo>
                    <a:cubicBezTo>
                      <a:pt x="23422" y="10398"/>
                      <a:pt x="24078" y="10114"/>
                      <a:pt x="25445" y="9777"/>
                    </a:cubicBezTo>
                    <a:lnTo>
                      <a:pt x="22925" y="8836"/>
                    </a:lnTo>
                    <a:cubicBezTo>
                      <a:pt x="23351" y="8002"/>
                      <a:pt x="23759" y="7435"/>
                      <a:pt x="23972" y="6796"/>
                    </a:cubicBezTo>
                    <a:cubicBezTo>
                      <a:pt x="24489" y="5333"/>
                      <a:pt x="24808" y="4715"/>
                      <a:pt x="25467" y="4715"/>
                    </a:cubicBezTo>
                    <a:cubicBezTo>
                      <a:pt x="25870" y="4715"/>
                      <a:pt x="26401" y="4947"/>
                      <a:pt x="27184" y="5359"/>
                    </a:cubicBezTo>
                    <a:cubicBezTo>
                      <a:pt x="27485" y="5518"/>
                      <a:pt x="27787" y="5713"/>
                      <a:pt x="28177" y="5944"/>
                    </a:cubicBezTo>
                    <a:lnTo>
                      <a:pt x="26012" y="8694"/>
                    </a:lnTo>
                    <a:cubicBezTo>
                      <a:pt x="26754" y="8600"/>
                      <a:pt x="27262" y="8535"/>
                      <a:pt x="27696" y="8535"/>
                    </a:cubicBezTo>
                    <a:cubicBezTo>
                      <a:pt x="28642" y="8535"/>
                      <a:pt x="29231" y="8844"/>
                      <a:pt x="31105" y="9830"/>
                    </a:cubicBezTo>
                    <a:lnTo>
                      <a:pt x="32844" y="8304"/>
                    </a:lnTo>
                    <a:lnTo>
                      <a:pt x="31886" y="7346"/>
                    </a:lnTo>
                    <a:lnTo>
                      <a:pt x="32861" y="5341"/>
                    </a:lnTo>
                    <a:lnTo>
                      <a:pt x="25232" y="2005"/>
                    </a:lnTo>
                    <a:lnTo>
                      <a:pt x="21577" y="2733"/>
                    </a:lnTo>
                    <a:lnTo>
                      <a:pt x="21452" y="2218"/>
                    </a:lnTo>
                    <a:lnTo>
                      <a:pt x="24540" y="1437"/>
                    </a:lnTo>
                    <a:lnTo>
                      <a:pt x="2507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51"/>
              <p:cNvSpPr/>
              <p:nvPr/>
            </p:nvSpPr>
            <p:spPr>
              <a:xfrm>
                <a:off x="6913100" y="3367694"/>
                <a:ext cx="190537" cy="212659"/>
              </a:xfrm>
              <a:custGeom>
                <a:avLst/>
                <a:gdLst/>
                <a:ahLst/>
                <a:cxnLst/>
                <a:rect l="l" t="t" r="r" b="b"/>
                <a:pathLst>
                  <a:path w="33022" h="36872" extrusionOk="0">
                    <a:moveTo>
                      <a:pt x="11233" y="0"/>
                    </a:moveTo>
                    <a:cubicBezTo>
                      <a:pt x="10639" y="505"/>
                      <a:pt x="10418" y="1084"/>
                      <a:pt x="9687" y="1084"/>
                    </a:cubicBezTo>
                    <a:cubicBezTo>
                      <a:pt x="9544" y="1084"/>
                      <a:pt x="9381" y="1061"/>
                      <a:pt x="9192" y="1012"/>
                    </a:cubicBezTo>
                    <a:cubicBezTo>
                      <a:pt x="8542" y="845"/>
                      <a:pt x="7805" y="576"/>
                      <a:pt x="7089" y="576"/>
                    </a:cubicBezTo>
                    <a:cubicBezTo>
                      <a:pt x="6437" y="576"/>
                      <a:pt x="5804" y="799"/>
                      <a:pt x="5271" y="1526"/>
                    </a:cubicBezTo>
                    <a:lnTo>
                      <a:pt x="4632" y="231"/>
                    </a:lnTo>
                    <a:cubicBezTo>
                      <a:pt x="3940" y="1030"/>
                      <a:pt x="3780" y="2165"/>
                      <a:pt x="2591" y="2325"/>
                    </a:cubicBezTo>
                    <a:cubicBezTo>
                      <a:pt x="1208" y="2502"/>
                      <a:pt x="2538" y="4649"/>
                      <a:pt x="959" y="4844"/>
                    </a:cubicBezTo>
                    <a:lnTo>
                      <a:pt x="2006" y="8961"/>
                    </a:lnTo>
                    <a:lnTo>
                      <a:pt x="1" y="12190"/>
                    </a:lnTo>
                    <a:cubicBezTo>
                      <a:pt x="1190" y="12935"/>
                      <a:pt x="143" y="14302"/>
                      <a:pt x="640" y="15153"/>
                    </a:cubicBezTo>
                    <a:cubicBezTo>
                      <a:pt x="1882" y="15987"/>
                      <a:pt x="3071" y="16697"/>
                      <a:pt x="4135" y="17531"/>
                    </a:cubicBezTo>
                    <a:cubicBezTo>
                      <a:pt x="5058" y="18276"/>
                      <a:pt x="5732" y="19359"/>
                      <a:pt x="6726" y="19980"/>
                    </a:cubicBezTo>
                    <a:cubicBezTo>
                      <a:pt x="7808" y="20654"/>
                      <a:pt x="9121" y="20973"/>
                      <a:pt x="10044" y="21364"/>
                    </a:cubicBezTo>
                    <a:cubicBezTo>
                      <a:pt x="11250" y="25161"/>
                      <a:pt x="11587" y="28638"/>
                      <a:pt x="10878" y="32152"/>
                    </a:cubicBezTo>
                    <a:cubicBezTo>
                      <a:pt x="11091" y="32506"/>
                      <a:pt x="11623" y="32968"/>
                      <a:pt x="11605" y="33394"/>
                    </a:cubicBezTo>
                    <a:cubicBezTo>
                      <a:pt x="11552" y="34405"/>
                      <a:pt x="11605" y="35416"/>
                      <a:pt x="11783" y="36428"/>
                    </a:cubicBezTo>
                    <a:cubicBezTo>
                      <a:pt x="11800" y="36587"/>
                      <a:pt x="11836" y="36729"/>
                      <a:pt x="11871" y="36871"/>
                    </a:cubicBezTo>
                    <a:cubicBezTo>
                      <a:pt x="12634" y="36712"/>
                      <a:pt x="13379" y="36552"/>
                      <a:pt x="14125" y="36357"/>
                    </a:cubicBezTo>
                    <a:lnTo>
                      <a:pt x="14568" y="36233"/>
                    </a:lnTo>
                    <a:cubicBezTo>
                      <a:pt x="15172" y="34139"/>
                      <a:pt x="15828" y="32045"/>
                      <a:pt x="17798" y="30785"/>
                    </a:cubicBezTo>
                    <a:cubicBezTo>
                      <a:pt x="18543" y="30324"/>
                      <a:pt x="18951" y="29845"/>
                      <a:pt x="19235" y="29117"/>
                    </a:cubicBezTo>
                    <a:cubicBezTo>
                      <a:pt x="19377" y="28763"/>
                      <a:pt x="19465" y="28230"/>
                      <a:pt x="19732" y="28124"/>
                    </a:cubicBezTo>
                    <a:cubicBezTo>
                      <a:pt x="22233" y="27059"/>
                      <a:pt x="23334" y="24930"/>
                      <a:pt x="24008" y="22535"/>
                    </a:cubicBezTo>
                    <a:cubicBezTo>
                      <a:pt x="24345" y="21346"/>
                      <a:pt x="25232" y="20423"/>
                      <a:pt x="26403" y="20051"/>
                    </a:cubicBezTo>
                    <a:cubicBezTo>
                      <a:pt x="28550" y="19447"/>
                      <a:pt x="29065" y="17904"/>
                      <a:pt x="29615" y="16147"/>
                    </a:cubicBezTo>
                    <a:cubicBezTo>
                      <a:pt x="30449" y="13503"/>
                      <a:pt x="30999" y="10735"/>
                      <a:pt x="32844" y="8517"/>
                    </a:cubicBezTo>
                    <a:cubicBezTo>
                      <a:pt x="32933" y="8429"/>
                      <a:pt x="32986" y="8340"/>
                      <a:pt x="33021" y="8216"/>
                    </a:cubicBezTo>
                    <a:cubicBezTo>
                      <a:pt x="33021" y="7683"/>
                      <a:pt x="33021" y="7133"/>
                      <a:pt x="33021" y="6424"/>
                    </a:cubicBezTo>
                    <a:cubicBezTo>
                      <a:pt x="32898" y="6449"/>
                      <a:pt x="32778" y="6461"/>
                      <a:pt x="32662" y="6461"/>
                    </a:cubicBezTo>
                    <a:cubicBezTo>
                      <a:pt x="31610" y="6461"/>
                      <a:pt x="30838" y="5512"/>
                      <a:pt x="29835" y="5512"/>
                    </a:cubicBezTo>
                    <a:cubicBezTo>
                      <a:pt x="29647" y="5512"/>
                      <a:pt x="29450" y="5546"/>
                      <a:pt x="29242" y="5625"/>
                    </a:cubicBezTo>
                    <a:cubicBezTo>
                      <a:pt x="28763" y="5810"/>
                      <a:pt x="28295" y="5881"/>
                      <a:pt x="27833" y="5881"/>
                    </a:cubicBezTo>
                    <a:cubicBezTo>
                      <a:pt x="27010" y="5881"/>
                      <a:pt x="26203" y="5659"/>
                      <a:pt x="25374" y="5465"/>
                    </a:cubicBezTo>
                    <a:cubicBezTo>
                      <a:pt x="25322" y="5454"/>
                      <a:pt x="25270" y="5449"/>
                      <a:pt x="25215" y="5449"/>
                    </a:cubicBezTo>
                    <a:cubicBezTo>
                      <a:pt x="24767" y="5449"/>
                      <a:pt x="24231" y="5812"/>
                      <a:pt x="23582" y="6033"/>
                    </a:cubicBezTo>
                    <a:lnTo>
                      <a:pt x="20637" y="2112"/>
                    </a:lnTo>
                    <a:lnTo>
                      <a:pt x="16467" y="2201"/>
                    </a:lnTo>
                    <a:lnTo>
                      <a:pt x="1123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51"/>
              <p:cNvSpPr/>
              <p:nvPr/>
            </p:nvSpPr>
            <p:spPr>
              <a:xfrm>
                <a:off x="7135734" y="3186037"/>
                <a:ext cx="58058" cy="152383"/>
              </a:xfrm>
              <a:custGeom>
                <a:avLst/>
                <a:gdLst/>
                <a:ahLst/>
                <a:cxnLst/>
                <a:rect l="l" t="t" r="r" b="b"/>
                <a:pathLst>
                  <a:path w="10062" h="26421" extrusionOk="0">
                    <a:moveTo>
                      <a:pt x="2520" y="1"/>
                    </a:moveTo>
                    <a:lnTo>
                      <a:pt x="2254" y="19"/>
                    </a:lnTo>
                    <a:cubicBezTo>
                      <a:pt x="2077" y="515"/>
                      <a:pt x="2041" y="1474"/>
                      <a:pt x="1545" y="1864"/>
                    </a:cubicBezTo>
                    <a:cubicBezTo>
                      <a:pt x="107" y="3035"/>
                      <a:pt x="214" y="4401"/>
                      <a:pt x="586" y="5927"/>
                    </a:cubicBezTo>
                    <a:cubicBezTo>
                      <a:pt x="746" y="6566"/>
                      <a:pt x="1012" y="7311"/>
                      <a:pt x="835" y="7897"/>
                    </a:cubicBezTo>
                    <a:cubicBezTo>
                      <a:pt x="1" y="10523"/>
                      <a:pt x="799" y="13202"/>
                      <a:pt x="72" y="15917"/>
                    </a:cubicBezTo>
                    <a:lnTo>
                      <a:pt x="1686" y="15846"/>
                    </a:lnTo>
                    <a:cubicBezTo>
                      <a:pt x="1811" y="17177"/>
                      <a:pt x="2698" y="18241"/>
                      <a:pt x="1970" y="19590"/>
                    </a:cubicBezTo>
                    <a:cubicBezTo>
                      <a:pt x="1740" y="20051"/>
                      <a:pt x="2024" y="21293"/>
                      <a:pt x="2414" y="21506"/>
                    </a:cubicBezTo>
                    <a:cubicBezTo>
                      <a:pt x="4596" y="22642"/>
                      <a:pt x="4632" y="25587"/>
                      <a:pt x="6885" y="26421"/>
                    </a:cubicBezTo>
                    <a:lnTo>
                      <a:pt x="10061" y="24079"/>
                    </a:lnTo>
                    <a:cubicBezTo>
                      <a:pt x="9973" y="15491"/>
                      <a:pt x="7364" y="7098"/>
                      <a:pt x="25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51"/>
              <p:cNvSpPr/>
              <p:nvPr/>
            </p:nvSpPr>
            <p:spPr>
              <a:xfrm>
                <a:off x="6870416" y="3332822"/>
                <a:ext cx="47510" cy="11685"/>
              </a:xfrm>
              <a:custGeom>
                <a:avLst/>
                <a:gdLst/>
                <a:ahLst/>
                <a:cxnLst/>
                <a:rect l="l" t="t" r="r" b="b"/>
                <a:pathLst>
                  <a:path w="8234" h="2026" extrusionOk="0">
                    <a:moveTo>
                      <a:pt x="3405" y="1"/>
                    </a:moveTo>
                    <a:cubicBezTo>
                      <a:pt x="2255" y="1"/>
                      <a:pt x="1201" y="655"/>
                      <a:pt x="1" y="919"/>
                    </a:cubicBezTo>
                    <a:cubicBezTo>
                      <a:pt x="371" y="1711"/>
                      <a:pt x="675" y="1974"/>
                      <a:pt x="943" y="1974"/>
                    </a:cubicBezTo>
                    <a:cubicBezTo>
                      <a:pt x="1419" y="1974"/>
                      <a:pt x="1781" y="1142"/>
                      <a:pt x="2201" y="972"/>
                    </a:cubicBezTo>
                    <a:cubicBezTo>
                      <a:pt x="2266" y="967"/>
                      <a:pt x="2330" y="964"/>
                      <a:pt x="2394" y="964"/>
                    </a:cubicBezTo>
                    <a:cubicBezTo>
                      <a:pt x="3717" y="964"/>
                      <a:pt x="4976" y="2025"/>
                      <a:pt x="6356" y="2025"/>
                    </a:cubicBezTo>
                    <a:cubicBezTo>
                      <a:pt x="6954" y="2025"/>
                      <a:pt x="7575" y="1826"/>
                      <a:pt x="8234" y="1256"/>
                    </a:cubicBezTo>
                    <a:cubicBezTo>
                      <a:pt x="7932" y="936"/>
                      <a:pt x="7684" y="440"/>
                      <a:pt x="7400" y="422"/>
                    </a:cubicBezTo>
                    <a:cubicBezTo>
                      <a:pt x="7374" y="421"/>
                      <a:pt x="7348" y="420"/>
                      <a:pt x="7322" y="420"/>
                    </a:cubicBezTo>
                    <a:cubicBezTo>
                      <a:pt x="6763" y="420"/>
                      <a:pt x="6090" y="679"/>
                      <a:pt x="5591" y="679"/>
                    </a:cubicBezTo>
                    <a:cubicBezTo>
                      <a:pt x="5418" y="679"/>
                      <a:pt x="5266" y="648"/>
                      <a:pt x="5147" y="564"/>
                    </a:cubicBezTo>
                    <a:cubicBezTo>
                      <a:pt x="4527" y="150"/>
                      <a:pt x="3955" y="1"/>
                      <a:pt x="34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51"/>
              <p:cNvSpPr/>
              <p:nvPr/>
            </p:nvSpPr>
            <p:spPr>
              <a:xfrm>
                <a:off x="6925590" y="3336277"/>
                <a:ext cx="38094" cy="14228"/>
              </a:xfrm>
              <a:custGeom>
                <a:avLst/>
                <a:gdLst/>
                <a:ahLst/>
                <a:cxnLst/>
                <a:rect l="l" t="t" r="r" b="b"/>
                <a:pathLst>
                  <a:path w="6602" h="2467" extrusionOk="0">
                    <a:moveTo>
                      <a:pt x="6601" y="0"/>
                    </a:moveTo>
                    <a:cubicBezTo>
                      <a:pt x="4188" y="231"/>
                      <a:pt x="2254" y="391"/>
                      <a:pt x="338" y="604"/>
                    </a:cubicBezTo>
                    <a:cubicBezTo>
                      <a:pt x="231" y="621"/>
                      <a:pt x="160" y="976"/>
                      <a:pt x="1" y="1384"/>
                    </a:cubicBezTo>
                    <a:lnTo>
                      <a:pt x="1438" y="2467"/>
                    </a:lnTo>
                    <a:cubicBezTo>
                      <a:pt x="2573" y="621"/>
                      <a:pt x="4862" y="1491"/>
                      <a:pt x="66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8" name="Google Shape;378;p51"/>
            <p:cNvSpPr/>
            <p:nvPr/>
          </p:nvSpPr>
          <p:spPr>
            <a:xfrm>
              <a:off x="6867451" y="3073651"/>
              <a:ext cx="102383" cy="56919"/>
            </a:xfrm>
            <a:custGeom>
              <a:avLst/>
              <a:gdLst/>
              <a:ahLst/>
              <a:cxnLst/>
              <a:rect l="l" t="t" r="r" b="b"/>
              <a:pathLst>
                <a:path w="17744" h="9869" extrusionOk="0">
                  <a:moveTo>
                    <a:pt x="11775" y="1"/>
                  </a:moveTo>
                  <a:cubicBezTo>
                    <a:pt x="7969" y="1"/>
                    <a:pt x="4175" y="474"/>
                    <a:pt x="479" y="1405"/>
                  </a:cubicBezTo>
                  <a:lnTo>
                    <a:pt x="0" y="1530"/>
                  </a:lnTo>
                  <a:cubicBezTo>
                    <a:pt x="266" y="1749"/>
                    <a:pt x="570" y="1886"/>
                    <a:pt x="955" y="1886"/>
                  </a:cubicBezTo>
                  <a:cubicBezTo>
                    <a:pt x="1161" y="1886"/>
                    <a:pt x="1391" y="1847"/>
                    <a:pt x="1651" y="1760"/>
                  </a:cubicBezTo>
                  <a:cubicBezTo>
                    <a:pt x="2029" y="1630"/>
                    <a:pt x="2392" y="1564"/>
                    <a:pt x="2739" y="1564"/>
                  </a:cubicBezTo>
                  <a:cubicBezTo>
                    <a:pt x="3580" y="1564"/>
                    <a:pt x="4337" y="1950"/>
                    <a:pt x="5040" y="2754"/>
                  </a:cubicBezTo>
                  <a:cubicBezTo>
                    <a:pt x="5749" y="3588"/>
                    <a:pt x="7204" y="3428"/>
                    <a:pt x="7967" y="4422"/>
                  </a:cubicBezTo>
                  <a:cubicBezTo>
                    <a:pt x="8017" y="4486"/>
                    <a:pt x="8125" y="4504"/>
                    <a:pt x="8257" y="4504"/>
                  </a:cubicBezTo>
                  <a:cubicBezTo>
                    <a:pt x="8429" y="4504"/>
                    <a:pt x="8642" y="4473"/>
                    <a:pt x="8821" y="4473"/>
                  </a:cubicBezTo>
                  <a:cubicBezTo>
                    <a:pt x="8844" y="4473"/>
                    <a:pt x="8868" y="4474"/>
                    <a:pt x="8890" y="4475"/>
                  </a:cubicBezTo>
                  <a:lnTo>
                    <a:pt x="8233" y="6054"/>
                  </a:lnTo>
                  <a:cubicBezTo>
                    <a:pt x="9475" y="6533"/>
                    <a:pt x="11019" y="6640"/>
                    <a:pt x="11605" y="7420"/>
                  </a:cubicBezTo>
                  <a:cubicBezTo>
                    <a:pt x="13095" y="9479"/>
                    <a:pt x="15065" y="9745"/>
                    <a:pt x="17744" y="9869"/>
                  </a:cubicBezTo>
                  <a:cubicBezTo>
                    <a:pt x="17105" y="8982"/>
                    <a:pt x="16271" y="8325"/>
                    <a:pt x="16342" y="7828"/>
                  </a:cubicBezTo>
                  <a:cubicBezTo>
                    <a:pt x="16502" y="6888"/>
                    <a:pt x="16892" y="6125"/>
                    <a:pt x="15632" y="5717"/>
                  </a:cubicBezTo>
                  <a:lnTo>
                    <a:pt x="16857" y="4706"/>
                  </a:lnTo>
                  <a:lnTo>
                    <a:pt x="16484" y="3215"/>
                  </a:lnTo>
                  <a:cubicBezTo>
                    <a:pt x="16786" y="3073"/>
                    <a:pt x="17123" y="3002"/>
                    <a:pt x="17336" y="2772"/>
                  </a:cubicBezTo>
                  <a:cubicBezTo>
                    <a:pt x="17531" y="2559"/>
                    <a:pt x="17549" y="2222"/>
                    <a:pt x="17744" y="1689"/>
                  </a:cubicBezTo>
                  <a:cubicBezTo>
                    <a:pt x="16928" y="1441"/>
                    <a:pt x="16218" y="1281"/>
                    <a:pt x="15579" y="660"/>
                  </a:cubicBezTo>
                  <a:cubicBezTo>
                    <a:pt x="15384" y="465"/>
                    <a:pt x="15171" y="270"/>
                    <a:pt x="14940" y="110"/>
                  </a:cubicBezTo>
                  <a:cubicBezTo>
                    <a:pt x="13885" y="37"/>
                    <a:pt x="12830" y="1"/>
                    <a:pt x="1177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51"/>
            <p:cNvSpPr/>
            <p:nvPr/>
          </p:nvSpPr>
          <p:spPr>
            <a:xfrm>
              <a:off x="7069097" y="3119476"/>
              <a:ext cx="78535" cy="76898"/>
            </a:xfrm>
            <a:custGeom>
              <a:avLst/>
              <a:gdLst/>
              <a:ahLst/>
              <a:cxnLst/>
              <a:rect l="l" t="t" r="r" b="b"/>
              <a:pathLst>
                <a:path w="13611" h="13333" extrusionOk="0">
                  <a:moveTo>
                    <a:pt x="1947" y="1"/>
                  </a:moveTo>
                  <a:cubicBezTo>
                    <a:pt x="1321" y="1"/>
                    <a:pt x="678" y="263"/>
                    <a:pt x="1" y="842"/>
                  </a:cubicBezTo>
                  <a:lnTo>
                    <a:pt x="1420" y="2634"/>
                  </a:lnTo>
                  <a:lnTo>
                    <a:pt x="5856" y="2829"/>
                  </a:lnTo>
                  <a:lnTo>
                    <a:pt x="5342" y="5224"/>
                  </a:lnTo>
                  <a:lnTo>
                    <a:pt x="8802" y="7105"/>
                  </a:lnTo>
                  <a:lnTo>
                    <a:pt x="7453" y="8702"/>
                  </a:lnTo>
                  <a:lnTo>
                    <a:pt x="9884" y="12925"/>
                  </a:lnTo>
                  <a:lnTo>
                    <a:pt x="12386" y="13333"/>
                  </a:lnTo>
                  <a:cubicBezTo>
                    <a:pt x="11889" y="12109"/>
                    <a:pt x="13610" y="10813"/>
                    <a:pt x="11694" y="9891"/>
                  </a:cubicBezTo>
                  <a:cubicBezTo>
                    <a:pt x="11605" y="9181"/>
                    <a:pt x="11232" y="8436"/>
                    <a:pt x="11179" y="7726"/>
                  </a:cubicBezTo>
                  <a:cubicBezTo>
                    <a:pt x="8713" y="4852"/>
                    <a:pt x="5892" y="2297"/>
                    <a:pt x="2769" y="150"/>
                  </a:cubicBezTo>
                  <a:cubicBezTo>
                    <a:pt x="2497" y="52"/>
                    <a:pt x="2224" y="1"/>
                    <a:pt x="194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51"/>
            <p:cNvSpPr/>
            <p:nvPr/>
          </p:nvSpPr>
          <p:spPr>
            <a:xfrm>
              <a:off x="6946266" y="3181844"/>
              <a:ext cx="21095" cy="14742"/>
            </a:xfrm>
            <a:custGeom>
              <a:avLst/>
              <a:gdLst/>
              <a:ahLst/>
              <a:cxnLst/>
              <a:rect l="l" t="t" r="r" b="b"/>
              <a:pathLst>
                <a:path w="3656" h="2556" extrusionOk="0">
                  <a:moveTo>
                    <a:pt x="498" y="0"/>
                  </a:moveTo>
                  <a:cubicBezTo>
                    <a:pt x="444" y="426"/>
                    <a:pt x="373" y="852"/>
                    <a:pt x="302" y="1278"/>
                  </a:cubicBezTo>
                  <a:cubicBezTo>
                    <a:pt x="231" y="1686"/>
                    <a:pt x="107" y="2076"/>
                    <a:pt x="1" y="2555"/>
                  </a:cubicBezTo>
                  <a:lnTo>
                    <a:pt x="3656" y="2467"/>
                  </a:lnTo>
                  <a:lnTo>
                    <a:pt x="3319" y="1100"/>
                  </a:lnTo>
                  <a:lnTo>
                    <a:pt x="49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81" name="Google Shape;381;p51"/>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Archivo"/>
                <a:ea typeface="Archivo"/>
                <a:cs typeface="Archivo"/>
                <a:sym typeface="Archivo"/>
              </a:rPr>
              <a:t>OUR</a:t>
            </a:r>
            <a:r>
              <a:rPr lang="en"/>
              <a:t> LOCATIONS</a:t>
            </a:r>
            <a:endParaRPr/>
          </a:p>
        </p:txBody>
      </p:sp>
      <p:sp>
        <p:nvSpPr>
          <p:cNvPr id="382" name="Google Shape;382;p51"/>
          <p:cNvSpPr/>
          <p:nvPr/>
        </p:nvSpPr>
        <p:spPr>
          <a:xfrm>
            <a:off x="5256200" y="2263100"/>
            <a:ext cx="737700" cy="737700"/>
          </a:xfrm>
          <a:prstGeom prst="ellipse">
            <a:avLst/>
          </a:prstGeom>
          <a:gradFill>
            <a:gsLst>
              <a:gs pos="0">
                <a:schemeClr val="accent1"/>
              </a:gs>
              <a:gs pos="100000">
                <a:schemeClr val="accent3"/>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51"/>
          <p:cNvSpPr/>
          <p:nvPr/>
        </p:nvSpPr>
        <p:spPr>
          <a:xfrm>
            <a:off x="6168075" y="2631950"/>
            <a:ext cx="430500" cy="430500"/>
          </a:xfrm>
          <a:prstGeom prst="ellipse">
            <a:avLst/>
          </a:prstGeom>
          <a:gradFill>
            <a:gsLst>
              <a:gs pos="0">
                <a:schemeClr val="accent1"/>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51"/>
          <p:cNvSpPr/>
          <p:nvPr/>
        </p:nvSpPr>
        <p:spPr>
          <a:xfrm>
            <a:off x="6752250" y="3933350"/>
            <a:ext cx="307200" cy="307200"/>
          </a:xfrm>
          <a:prstGeom prst="ellipse">
            <a:avLst/>
          </a:pr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51"/>
          <p:cNvSpPr txBox="1">
            <a:spLocks noGrp="1"/>
          </p:cNvSpPr>
          <p:nvPr>
            <p:ph type="subTitle" idx="4294967295"/>
          </p:nvPr>
        </p:nvSpPr>
        <p:spPr>
          <a:xfrm>
            <a:off x="1475225" y="3024174"/>
            <a:ext cx="3047100" cy="374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sz="1400"/>
              <a:t>Venus has a beautiful name</a:t>
            </a:r>
            <a:endParaRPr sz="1400"/>
          </a:p>
        </p:txBody>
      </p:sp>
      <p:sp>
        <p:nvSpPr>
          <p:cNvPr id="386" name="Google Shape;386;p51"/>
          <p:cNvSpPr txBox="1">
            <a:spLocks noGrp="1"/>
          </p:cNvSpPr>
          <p:nvPr>
            <p:ph type="subTitle" idx="4294967295"/>
          </p:nvPr>
        </p:nvSpPr>
        <p:spPr>
          <a:xfrm>
            <a:off x="1475225" y="2650201"/>
            <a:ext cx="3047100" cy="374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latin typeface="Archivo Black"/>
                <a:ea typeface="Archivo Black"/>
                <a:cs typeface="Archivo Black"/>
                <a:sym typeface="Archivo Black"/>
              </a:rPr>
              <a:t>VENUS</a:t>
            </a:r>
            <a:endParaRPr>
              <a:latin typeface="Archivo Black"/>
              <a:ea typeface="Archivo Black"/>
              <a:cs typeface="Archivo Black"/>
              <a:sym typeface="Archivo Black"/>
            </a:endParaRPr>
          </a:p>
        </p:txBody>
      </p:sp>
      <p:sp>
        <p:nvSpPr>
          <p:cNvPr id="387" name="Google Shape;387;p51"/>
          <p:cNvSpPr txBox="1">
            <a:spLocks noGrp="1"/>
          </p:cNvSpPr>
          <p:nvPr>
            <p:ph type="subTitle" idx="4294967295"/>
          </p:nvPr>
        </p:nvSpPr>
        <p:spPr>
          <a:xfrm>
            <a:off x="1475225" y="3963050"/>
            <a:ext cx="3047100" cy="374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sz="1400"/>
              <a:t>It’s the closest planet to the Sun</a:t>
            </a:r>
            <a:endParaRPr sz="1400"/>
          </a:p>
        </p:txBody>
      </p:sp>
      <p:sp>
        <p:nvSpPr>
          <p:cNvPr id="388" name="Google Shape;388;p51"/>
          <p:cNvSpPr txBox="1">
            <a:spLocks noGrp="1"/>
          </p:cNvSpPr>
          <p:nvPr>
            <p:ph type="subTitle" idx="4294967295"/>
          </p:nvPr>
        </p:nvSpPr>
        <p:spPr>
          <a:xfrm>
            <a:off x="1475225" y="3589079"/>
            <a:ext cx="3047100" cy="374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latin typeface="Archivo Black"/>
                <a:ea typeface="Archivo Black"/>
                <a:cs typeface="Archivo Black"/>
                <a:sym typeface="Archivo Black"/>
              </a:rPr>
              <a:t>MERCURY</a:t>
            </a:r>
            <a:endParaRPr>
              <a:latin typeface="Archivo Black"/>
              <a:ea typeface="Archivo Black"/>
              <a:cs typeface="Archivo Black"/>
              <a:sym typeface="Archivo Black"/>
            </a:endParaRPr>
          </a:p>
        </p:txBody>
      </p:sp>
      <p:sp>
        <p:nvSpPr>
          <p:cNvPr id="389" name="Google Shape;389;p51"/>
          <p:cNvSpPr txBox="1">
            <a:spLocks noGrp="1"/>
          </p:cNvSpPr>
          <p:nvPr>
            <p:ph type="subTitle" idx="4294967295"/>
          </p:nvPr>
        </p:nvSpPr>
        <p:spPr>
          <a:xfrm>
            <a:off x="1475225" y="2085298"/>
            <a:ext cx="3047100" cy="374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sz="1400"/>
              <a:t>Mars is actually a cold place</a:t>
            </a:r>
            <a:endParaRPr sz="1400"/>
          </a:p>
        </p:txBody>
      </p:sp>
      <p:sp>
        <p:nvSpPr>
          <p:cNvPr id="390" name="Google Shape;390;p51"/>
          <p:cNvSpPr txBox="1">
            <a:spLocks noGrp="1"/>
          </p:cNvSpPr>
          <p:nvPr>
            <p:ph type="subTitle" idx="4294967295"/>
          </p:nvPr>
        </p:nvSpPr>
        <p:spPr>
          <a:xfrm>
            <a:off x="1475225" y="1711325"/>
            <a:ext cx="3047100" cy="374100"/>
          </a:xfrm>
          <a:prstGeom prst="rect">
            <a:avLst/>
          </a:prstGeom>
        </p:spPr>
        <p:txBody>
          <a:bodyPr spcFirstLastPara="1" wrap="square" lIns="91425" tIns="91425" rIns="91425" bIns="91425" anchor="ctr" anchorCtr="0">
            <a:noAutofit/>
          </a:bodyPr>
          <a:lstStyle/>
          <a:p>
            <a:pPr marL="0" lvl="0" indent="0" algn="l" rtl="0">
              <a:spcBef>
                <a:spcPts val="0"/>
              </a:spcBef>
              <a:spcAft>
                <a:spcPts val="1200"/>
              </a:spcAft>
              <a:buNone/>
            </a:pPr>
            <a:r>
              <a:rPr lang="en">
                <a:latin typeface="Archivo Black"/>
                <a:ea typeface="Archivo Black"/>
                <a:cs typeface="Archivo Black"/>
                <a:sym typeface="Archivo Black"/>
              </a:rPr>
              <a:t>MARS</a:t>
            </a:r>
            <a:endParaRPr>
              <a:latin typeface="Archivo Black"/>
              <a:ea typeface="Archivo Black"/>
              <a:cs typeface="Archivo Black"/>
              <a:sym typeface="Archivo Black"/>
            </a:endParaRPr>
          </a:p>
        </p:txBody>
      </p:sp>
      <p:sp>
        <p:nvSpPr>
          <p:cNvPr id="391" name="Google Shape;391;p51"/>
          <p:cNvSpPr/>
          <p:nvPr/>
        </p:nvSpPr>
        <p:spPr>
          <a:xfrm>
            <a:off x="713250" y="1112200"/>
            <a:ext cx="7717500" cy="61500"/>
          </a:xfrm>
          <a:prstGeom prst="rect">
            <a:avLst/>
          </a:prstGeom>
          <a:gradFill>
            <a:gsLst>
              <a:gs pos="0">
                <a:schemeClr val="accent1"/>
              </a:gs>
              <a:gs pos="100000">
                <a:schemeClr val="accent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51"/>
          <p:cNvSpPr/>
          <p:nvPr/>
        </p:nvSpPr>
        <p:spPr>
          <a:xfrm>
            <a:off x="713225" y="1774825"/>
            <a:ext cx="572700" cy="572700"/>
          </a:xfrm>
          <a:prstGeom prst="ellipse">
            <a:avLst/>
          </a:prstGeom>
          <a:gradFill>
            <a:gsLst>
              <a:gs pos="0">
                <a:schemeClr val="accent1"/>
              </a:gs>
              <a:gs pos="100000">
                <a:schemeClr val="accent3"/>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51"/>
          <p:cNvSpPr/>
          <p:nvPr/>
        </p:nvSpPr>
        <p:spPr>
          <a:xfrm>
            <a:off x="713225" y="2721113"/>
            <a:ext cx="572700" cy="572700"/>
          </a:xfrm>
          <a:prstGeom prst="ellipse">
            <a:avLst/>
          </a:prstGeom>
          <a:gradFill>
            <a:gsLst>
              <a:gs pos="0">
                <a:schemeClr val="accent1"/>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51"/>
          <p:cNvSpPr/>
          <p:nvPr/>
        </p:nvSpPr>
        <p:spPr>
          <a:xfrm>
            <a:off x="713225" y="3667425"/>
            <a:ext cx="572700" cy="572700"/>
          </a:xfrm>
          <a:prstGeom prst="ellipse">
            <a:avLst/>
          </a:pr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grpSp>
        <p:nvGrpSpPr>
          <p:cNvPr id="399" name="Google Shape;399;p52"/>
          <p:cNvGrpSpPr/>
          <p:nvPr/>
        </p:nvGrpSpPr>
        <p:grpSpPr>
          <a:xfrm>
            <a:off x="0" y="2064600"/>
            <a:ext cx="6157800" cy="1014300"/>
            <a:chOff x="0" y="2064600"/>
            <a:chExt cx="6157800" cy="1014300"/>
          </a:xfrm>
        </p:grpSpPr>
        <p:sp>
          <p:nvSpPr>
            <p:cNvPr id="400" name="Google Shape;400;p52"/>
            <p:cNvSpPr/>
            <p:nvPr/>
          </p:nvSpPr>
          <p:spPr>
            <a:xfrm>
              <a:off x="0" y="2541000"/>
              <a:ext cx="6096300" cy="61500"/>
            </a:xfrm>
            <a:prstGeom prst="rect">
              <a:avLst/>
            </a:pr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52"/>
            <p:cNvSpPr/>
            <p:nvPr/>
          </p:nvSpPr>
          <p:spPr>
            <a:xfrm>
              <a:off x="1780000" y="2064600"/>
              <a:ext cx="1014300" cy="1014300"/>
            </a:xfrm>
            <a:prstGeom prst="ellipse">
              <a:avLst/>
            </a:prstGeom>
            <a:gradFill>
              <a:gsLst>
                <a:gs pos="0">
                  <a:schemeClr val="accent1"/>
                </a:gs>
                <a:gs pos="100000">
                  <a:schemeClr val="accent3"/>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52"/>
            <p:cNvSpPr/>
            <p:nvPr/>
          </p:nvSpPr>
          <p:spPr>
            <a:xfrm>
              <a:off x="4064850" y="2064600"/>
              <a:ext cx="1014300" cy="1014300"/>
            </a:xfrm>
            <a:prstGeom prst="ellipse">
              <a:avLst/>
            </a:prstGeom>
            <a:gradFill>
              <a:gsLst>
                <a:gs pos="0">
                  <a:schemeClr val="accent1"/>
                </a:gs>
                <a:gs pos="100000">
                  <a:schemeClr val="accent3"/>
                </a:gs>
              </a:gsLst>
              <a:lin ang="18900044"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52"/>
            <p:cNvSpPr/>
            <p:nvPr/>
          </p:nvSpPr>
          <p:spPr>
            <a:xfrm rot="-5400000">
              <a:off x="5881050" y="2541000"/>
              <a:ext cx="492000" cy="61500"/>
            </a:xfrm>
            <a:prstGeom prst="rect">
              <a:avLst/>
            </a:pr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4" name="Google Shape;404;p52"/>
          <p:cNvSpPr txBox="1">
            <a:spLocks noGrp="1"/>
          </p:cNvSpPr>
          <p:nvPr>
            <p:ph type="title"/>
          </p:nvPr>
        </p:nvSpPr>
        <p:spPr>
          <a:xfrm>
            <a:off x="4569350" y="539500"/>
            <a:ext cx="3861300" cy="5727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Part 3: Amplicon Graph Analysis</a:t>
            </a:r>
            <a:endParaRPr>
              <a:latin typeface="Archivo"/>
              <a:ea typeface="Archivo"/>
              <a:cs typeface="Archivo"/>
              <a:sym typeface="Archivo"/>
            </a:endParaRPr>
          </a:p>
        </p:txBody>
      </p:sp>
      <p:grpSp>
        <p:nvGrpSpPr>
          <p:cNvPr id="406" name="Google Shape;406;p52"/>
          <p:cNvGrpSpPr/>
          <p:nvPr/>
        </p:nvGrpSpPr>
        <p:grpSpPr>
          <a:xfrm rot="-5400000" flipH="1">
            <a:off x="1197782" y="-1603253"/>
            <a:ext cx="1714476" cy="4320564"/>
            <a:chOff x="5762975" y="2535925"/>
            <a:chExt cx="781225" cy="1968725"/>
          </a:xfrm>
        </p:grpSpPr>
        <p:sp>
          <p:nvSpPr>
            <p:cNvPr id="407" name="Google Shape;407;p52"/>
            <p:cNvSpPr/>
            <p:nvPr/>
          </p:nvSpPr>
          <p:spPr>
            <a:xfrm>
              <a:off x="5777825" y="4414450"/>
              <a:ext cx="691625" cy="90200"/>
            </a:xfrm>
            <a:custGeom>
              <a:avLst/>
              <a:gdLst/>
              <a:ahLst/>
              <a:cxnLst/>
              <a:rect l="l" t="t" r="r" b="b"/>
              <a:pathLst>
                <a:path w="27665" h="3608" extrusionOk="0">
                  <a:moveTo>
                    <a:pt x="1803" y="1"/>
                  </a:moveTo>
                  <a:cubicBezTo>
                    <a:pt x="822" y="1"/>
                    <a:pt x="0" y="800"/>
                    <a:pt x="0" y="1804"/>
                  </a:cubicBezTo>
                  <a:cubicBezTo>
                    <a:pt x="0" y="2785"/>
                    <a:pt x="822" y="3607"/>
                    <a:pt x="1803" y="3607"/>
                  </a:cubicBezTo>
                  <a:cubicBezTo>
                    <a:pt x="2808" y="3607"/>
                    <a:pt x="3606" y="2785"/>
                    <a:pt x="3606" y="1804"/>
                  </a:cubicBezTo>
                  <a:lnTo>
                    <a:pt x="24058" y="1804"/>
                  </a:lnTo>
                  <a:cubicBezTo>
                    <a:pt x="24058" y="2785"/>
                    <a:pt x="24857" y="3607"/>
                    <a:pt x="25861" y="3607"/>
                  </a:cubicBezTo>
                  <a:cubicBezTo>
                    <a:pt x="26843" y="3607"/>
                    <a:pt x="27664" y="2785"/>
                    <a:pt x="27664" y="1804"/>
                  </a:cubicBezTo>
                  <a:cubicBezTo>
                    <a:pt x="27664" y="800"/>
                    <a:pt x="26843" y="1"/>
                    <a:pt x="25861" y="1"/>
                  </a:cubicBezTo>
                  <a:cubicBezTo>
                    <a:pt x="25062" y="1"/>
                    <a:pt x="24400" y="503"/>
                    <a:pt x="24172" y="1188"/>
                  </a:cubicBezTo>
                  <a:lnTo>
                    <a:pt x="3492" y="1188"/>
                  </a:lnTo>
                  <a:cubicBezTo>
                    <a:pt x="3264" y="503"/>
                    <a:pt x="2602" y="1"/>
                    <a:pt x="1803" y="1"/>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52"/>
            <p:cNvSpPr/>
            <p:nvPr/>
          </p:nvSpPr>
          <p:spPr>
            <a:xfrm>
              <a:off x="5943300" y="2686025"/>
              <a:ext cx="600900" cy="120425"/>
            </a:xfrm>
            <a:custGeom>
              <a:avLst/>
              <a:gdLst/>
              <a:ahLst/>
              <a:cxnLst/>
              <a:rect l="l" t="t" r="r" b="b"/>
              <a:pathLst>
                <a:path w="24036" h="4817" extrusionOk="0">
                  <a:moveTo>
                    <a:pt x="21639" y="0"/>
                  </a:moveTo>
                  <a:cubicBezTo>
                    <a:pt x="20315" y="0"/>
                    <a:pt x="19242" y="1073"/>
                    <a:pt x="19242" y="2397"/>
                  </a:cubicBezTo>
                  <a:lnTo>
                    <a:pt x="2968" y="2397"/>
                  </a:lnTo>
                  <a:cubicBezTo>
                    <a:pt x="2831" y="1712"/>
                    <a:pt x="2237" y="1210"/>
                    <a:pt x="1507" y="1210"/>
                  </a:cubicBezTo>
                  <a:cubicBezTo>
                    <a:pt x="662" y="1210"/>
                    <a:pt x="0" y="1872"/>
                    <a:pt x="0" y="2716"/>
                  </a:cubicBezTo>
                  <a:cubicBezTo>
                    <a:pt x="0" y="3538"/>
                    <a:pt x="662" y="4200"/>
                    <a:pt x="1507" y="4200"/>
                  </a:cubicBezTo>
                  <a:cubicBezTo>
                    <a:pt x="2237" y="4200"/>
                    <a:pt x="2831" y="3698"/>
                    <a:pt x="2968" y="3013"/>
                  </a:cubicBezTo>
                  <a:lnTo>
                    <a:pt x="19311" y="3013"/>
                  </a:lnTo>
                  <a:cubicBezTo>
                    <a:pt x="19585" y="4040"/>
                    <a:pt x="20520" y="4816"/>
                    <a:pt x="21639" y="4816"/>
                  </a:cubicBezTo>
                  <a:cubicBezTo>
                    <a:pt x="22963" y="4816"/>
                    <a:pt x="24035" y="3743"/>
                    <a:pt x="24035" y="2397"/>
                  </a:cubicBezTo>
                  <a:cubicBezTo>
                    <a:pt x="24035" y="1073"/>
                    <a:pt x="22963" y="0"/>
                    <a:pt x="21639" y="0"/>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52"/>
            <p:cNvSpPr/>
            <p:nvPr/>
          </p:nvSpPr>
          <p:spPr>
            <a:xfrm>
              <a:off x="6108775" y="2821250"/>
              <a:ext cx="390350" cy="150100"/>
            </a:xfrm>
            <a:custGeom>
              <a:avLst/>
              <a:gdLst/>
              <a:ahLst/>
              <a:cxnLst/>
              <a:rect l="l" t="t" r="r" b="b"/>
              <a:pathLst>
                <a:path w="15614" h="6004" extrusionOk="0">
                  <a:moveTo>
                    <a:pt x="12623" y="1"/>
                  </a:moveTo>
                  <a:cubicBezTo>
                    <a:pt x="11162" y="1"/>
                    <a:pt x="9953" y="1028"/>
                    <a:pt x="9679" y="2397"/>
                  </a:cubicBezTo>
                  <a:lnTo>
                    <a:pt x="2968" y="2397"/>
                  </a:lnTo>
                  <a:cubicBezTo>
                    <a:pt x="2831" y="1712"/>
                    <a:pt x="2215" y="1210"/>
                    <a:pt x="1484" y="1210"/>
                  </a:cubicBezTo>
                  <a:cubicBezTo>
                    <a:pt x="663" y="1210"/>
                    <a:pt x="1" y="1872"/>
                    <a:pt x="1" y="2717"/>
                  </a:cubicBezTo>
                  <a:cubicBezTo>
                    <a:pt x="1" y="3539"/>
                    <a:pt x="663" y="4200"/>
                    <a:pt x="1484" y="4200"/>
                  </a:cubicBezTo>
                  <a:cubicBezTo>
                    <a:pt x="2215" y="4200"/>
                    <a:pt x="2831" y="3698"/>
                    <a:pt x="2968" y="3014"/>
                  </a:cubicBezTo>
                  <a:lnTo>
                    <a:pt x="9610" y="3014"/>
                  </a:lnTo>
                  <a:cubicBezTo>
                    <a:pt x="9610" y="4657"/>
                    <a:pt x="10957" y="6004"/>
                    <a:pt x="12623" y="6004"/>
                  </a:cubicBezTo>
                  <a:cubicBezTo>
                    <a:pt x="14267" y="6004"/>
                    <a:pt x="15613" y="4657"/>
                    <a:pt x="15613" y="3014"/>
                  </a:cubicBezTo>
                  <a:cubicBezTo>
                    <a:pt x="15613" y="1347"/>
                    <a:pt x="14267" y="1"/>
                    <a:pt x="12623" y="1"/>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52"/>
            <p:cNvSpPr/>
            <p:nvPr/>
          </p:nvSpPr>
          <p:spPr>
            <a:xfrm>
              <a:off x="6228625" y="2956500"/>
              <a:ext cx="150650" cy="150100"/>
            </a:xfrm>
            <a:custGeom>
              <a:avLst/>
              <a:gdLst/>
              <a:ahLst/>
              <a:cxnLst/>
              <a:rect l="l" t="t" r="r" b="b"/>
              <a:pathLst>
                <a:path w="6026" h="6004" extrusionOk="0">
                  <a:moveTo>
                    <a:pt x="3013" y="0"/>
                  </a:moveTo>
                  <a:cubicBezTo>
                    <a:pt x="1347" y="0"/>
                    <a:pt x="0" y="1347"/>
                    <a:pt x="0" y="3013"/>
                  </a:cubicBezTo>
                  <a:cubicBezTo>
                    <a:pt x="0" y="4657"/>
                    <a:pt x="1347" y="6003"/>
                    <a:pt x="3013" y="6003"/>
                  </a:cubicBezTo>
                  <a:cubicBezTo>
                    <a:pt x="4679" y="6003"/>
                    <a:pt x="6026" y="4657"/>
                    <a:pt x="6026" y="3013"/>
                  </a:cubicBezTo>
                  <a:cubicBezTo>
                    <a:pt x="6026" y="1347"/>
                    <a:pt x="4679" y="0"/>
                    <a:pt x="3013" y="0"/>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52"/>
            <p:cNvSpPr/>
            <p:nvPr/>
          </p:nvSpPr>
          <p:spPr>
            <a:xfrm>
              <a:off x="5762975" y="3677775"/>
              <a:ext cx="616300" cy="150675"/>
            </a:xfrm>
            <a:custGeom>
              <a:avLst/>
              <a:gdLst/>
              <a:ahLst/>
              <a:cxnLst/>
              <a:rect l="l" t="t" r="r" b="b"/>
              <a:pathLst>
                <a:path w="24652" h="6027" extrusionOk="0">
                  <a:moveTo>
                    <a:pt x="21639" y="0"/>
                  </a:moveTo>
                  <a:cubicBezTo>
                    <a:pt x="20178" y="0"/>
                    <a:pt x="18968" y="1027"/>
                    <a:pt x="18695" y="2420"/>
                  </a:cubicBezTo>
                  <a:lnTo>
                    <a:pt x="4725" y="2420"/>
                  </a:lnTo>
                  <a:cubicBezTo>
                    <a:pt x="4452" y="1370"/>
                    <a:pt x="3516" y="617"/>
                    <a:pt x="2397" y="617"/>
                  </a:cubicBezTo>
                  <a:cubicBezTo>
                    <a:pt x="1073" y="617"/>
                    <a:pt x="1" y="1689"/>
                    <a:pt x="1" y="3013"/>
                  </a:cubicBezTo>
                  <a:cubicBezTo>
                    <a:pt x="1" y="4337"/>
                    <a:pt x="1073" y="5410"/>
                    <a:pt x="2397" y="5410"/>
                  </a:cubicBezTo>
                  <a:cubicBezTo>
                    <a:pt x="3721" y="5410"/>
                    <a:pt x="4817" y="4337"/>
                    <a:pt x="4817" y="3013"/>
                  </a:cubicBezTo>
                  <a:lnTo>
                    <a:pt x="18626" y="3013"/>
                  </a:lnTo>
                  <a:cubicBezTo>
                    <a:pt x="18626" y="4679"/>
                    <a:pt x="19973" y="6026"/>
                    <a:pt x="21639" y="6026"/>
                  </a:cubicBezTo>
                  <a:cubicBezTo>
                    <a:pt x="23305" y="6026"/>
                    <a:pt x="24652" y="4679"/>
                    <a:pt x="24652" y="3013"/>
                  </a:cubicBezTo>
                  <a:cubicBezTo>
                    <a:pt x="24652" y="1347"/>
                    <a:pt x="23305" y="0"/>
                    <a:pt x="21639" y="0"/>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52"/>
            <p:cNvSpPr/>
            <p:nvPr/>
          </p:nvSpPr>
          <p:spPr>
            <a:xfrm>
              <a:off x="5762975" y="3542525"/>
              <a:ext cx="736150" cy="150675"/>
            </a:xfrm>
            <a:custGeom>
              <a:avLst/>
              <a:gdLst/>
              <a:ahLst/>
              <a:cxnLst/>
              <a:rect l="l" t="t" r="r" b="b"/>
              <a:pathLst>
                <a:path w="29446" h="6027" extrusionOk="0">
                  <a:moveTo>
                    <a:pt x="26455" y="1"/>
                  </a:moveTo>
                  <a:cubicBezTo>
                    <a:pt x="24994" y="1"/>
                    <a:pt x="23785" y="1028"/>
                    <a:pt x="23511" y="2420"/>
                  </a:cubicBezTo>
                  <a:lnTo>
                    <a:pt x="4725" y="2420"/>
                  </a:lnTo>
                  <a:cubicBezTo>
                    <a:pt x="4452" y="1370"/>
                    <a:pt x="3516" y="617"/>
                    <a:pt x="2397" y="617"/>
                  </a:cubicBezTo>
                  <a:cubicBezTo>
                    <a:pt x="1073" y="617"/>
                    <a:pt x="1" y="1690"/>
                    <a:pt x="1" y="3014"/>
                  </a:cubicBezTo>
                  <a:cubicBezTo>
                    <a:pt x="1" y="4338"/>
                    <a:pt x="1073" y="5410"/>
                    <a:pt x="2397" y="5410"/>
                  </a:cubicBezTo>
                  <a:cubicBezTo>
                    <a:pt x="3721" y="5410"/>
                    <a:pt x="4817" y="4338"/>
                    <a:pt x="4817" y="3014"/>
                  </a:cubicBezTo>
                  <a:lnTo>
                    <a:pt x="23442" y="3014"/>
                  </a:lnTo>
                  <a:cubicBezTo>
                    <a:pt x="23442" y="4680"/>
                    <a:pt x="24789" y="6027"/>
                    <a:pt x="26455" y="6027"/>
                  </a:cubicBezTo>
                  <a:cubicBezTo>
                    <a:pt x="28099" y="6027"/>
                    <a:pt x="29445" y="4680"/>
                    <a:pt x="29445" y="3014"/>
                  </a:cubicBezTo>
                  <a:cubicBezTo>
                    <a:pt x="29445" y="1347"/>
                    <a:pt x="28099" y="1"/>
                    <a:pt x="26455" y="1"/>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52"/>
            <p:cNvSpPr/>
            <p:nvPr/>
          </p:nvSpPr>
          <p:spPr>
            <a:xfrm>
              <a:off x="5822900" y="3798175"/>
              <a:ext cx="421150" cy="180350"/>
            </a:xfrm>
            <a:custGeom>
              <a:avLst/>
              <a:gdLst/>
              <a:ahLst/>
              <a:cxnLst/>
              <a:rect l="l" t="t" r="r" b="b"/>
              <a:pathLst>
                <a:path w="16846" h="7214" extrusionOk="0">
                  <a:moveTo>
                    <a:pt x="13239" y="0"/>
                  </a:moveTo>
                  <a:cubicBezTo>
                    <a:pt x="11436" y="0"/>
                    <a:pt x="9975" y="1301"/>
                    <a:pt x="9678" y="3013"/>
                  </a:cubicBezTo>
                  <a:lnTo>
                    <a:pt x="3493" y="3013"/>
                  </a:lnTo>
                  <a:cubicBezTo>
                    <a:pt x="3264" y="2306"/>
                    <a:pt x="2602" y="1804"/>
                    <a:pt x="1803" y="1804"/>
                  </a:cubicBezTo>
                  <a:cubicBezTo>
                    <a:pt x="822" y="1804"/>
                    <a:pt x="0" y="2603"/>
                    <a:pt x="0" y="3607"/>
                  </a:cubicBezTo>
                  <a:cubicBezTo>
                    <a:pt x="0" y="4611"/>
                    <a:pt x="822" y="5410"/>
                    <a:pt x="1803" y="5410"/>
                  </a:cubicBezTo>
                  <a:cubicBezTo>
                    <a:pt x="2808" y="5410"/>
                    <a:pt x="3607" y="4611"/>
                    <a:pt x="3607" y="3607"/>
                  </a:cubicBezTo>
                  <a:lnTo>
                    <a:pt x="9633" y="3607"/>
                  </a:lnTo>
                  <a:cubicBezTo>
                    <a:pt x="9633" y="5593"/>
                    <a:pt x="11230" y="7213"/>
                    <a:pt x="13239" y="7213"/>
                  </a:cubicBezTo>
                  <a:cubicBezTo>
                    <a:pt x="15225" y="7213"/>
                    <a:pt x="16845" y="5593"/>
                    <a:pt x="16845" y="3607"/>
                  </a:cubicBezTo>
                  <a:cubicBezTo>
                    <a:pt x="16845" y="1621"/>
                    <a:pt x="15225" y="0"/>
                    <a:pt x="13239" y="0"/>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52"/>
            <p:cNvSpPr/>
            <p:nvPr/>
          </p:nvSpPr>
          <p:spPr>
            <a:xfrm>
              <a:off x="5913050" y="3963650"/>
              <a:ext cx="150675" cy="150100"/>
            </a:xfrm>
            <a:custGeom>
              <a:avLst/>
              <a:gdLst/>
              <a:ahLst/>
              <a:cxnLst/>
              <a:rect l="l" t="t" r="r" b="b"/>
              <a:pathLst>
                <a:path w="6027" h="6004" extrusionOk="0">
                  <a:moveTo>
                    <a:pt x="3014" y="1"/>
                  </a:moveTo>
                  <a:cubicBezTo>
                    <a:pt x="1347" y="1"/>
                    <a:pt x="1" y="1347"/>
                    <a:pt x="1" y="2991"/>
                  </a:cubicBezTo>
                  <a:cubicBezTo>
                    <a:pt x="1" y="4657"/>
                    <a:pt x="1347" y="6004"/>
                    <a:pt x="3014" y="6004"/>
                  </a:cubicBezTo>
                  <a:cubicBezTo>
                    <a:pt x="4680" y="6004"/>
                    <a:pt x="6027" y="4657"/>
                    <a:pt x="6027" y="2991"/>
                  </a:cubicBezTo>
                  <a:cubicBezTo>
                    <a:pt x="6027" y="1347"/>
                    <a:pt x="4680" y="1"/>
                    <a:pt x="3014" y="1"/>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52"/>
            <p:cNvSpPr/>
            <p:nvPr/>
          </p:nvSpPr>
          <p:spPr>
            <a:xfrm>
              <a:off x="5822900" y="4113725"/>
              <a:ext cx="376075" cy="120425"/>
            </a:xfrm>
            <a:custGeom>
              <a:avLst/>
              <a:gdLst/>
              <a:ahLst/>
              <a:cxnLst/>
              <a:rect l="l" t="t" r="r" b="b"/>
              <a:pathLst>
                <a:path w="15043" h="4817" extrusionOk="0">
                  <a:moveTo>
                    <a:pt x="2420" y="1"/>
                  </a:moveTo>
                  <a:cubicBezTo>
                    <a:pt x="1073" y="1"/>
                    <a:pt x="0" y="1074"/>
                    <a:pt x="0" y="2397"/>
                  </a:cubicBezTo>
                  <a:cubicBezTo>
                    <a:pt x="0" y="3721"/>
                    <a:pt x="1073" y="4817"/>
                    <a:pt x="2420" y="4817"/>
                  </a:cubicBezTo>
                  <a:cubicBezTo>
                    <a:pt x="3538" y="4817"/>
                    <a:pt x="4474" y="4041"/>
                    <a:pt x="4748" y="3014"/>
                  </a:cubicBezTo>
                  <a:lnTo>
                    <a:pt x="11527" y="3014"/>
                  </a:lnTo>
                  <a:cubicBezTo>
                    <a:pt x="11778" y="3699"/>
                    <a:pt x="12440" y="4201"/>
                    <a:pt x="13239" y="4201"/>
                  </a:cubicBezTo>
                  <a:cubicBezTo>
                    <a:pt x="14220" y="4201"/>
                    <a:pt x="15042" y="3402"/>
                    <a:pt x="15042" y="2397"/>
                  </a:cubicBezTo>
                  <a:cubicBezTo>
                    <a:pt x="15042" y="1416"/>
                    <a:pt x="14220" y="594"/>
                    <a:pt x="13239" y="594"/>
                  </a:cubicBezTo>
                  <a:cubicBezTo>
                    <a:pt x="12235" y="594"/>
                    <a:pt x="11436" y="1416"/>
                    <a:pt x="11436" y="2397"/>
                  </a:cubicBezTo>
                  <a:lnTo>
                    <a:pt x="4816" y="2397"/>
                  </a:lnTo>
                  <a:cubicBezTo>
                    <a:pt x="4816" y="1074"/>
                    <a:pt x="3744" y="1"/>
                    <a:pt x="2420" y="1"/>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52"/>
            <p:cNvSpPr/>
            <p:nvPr/>
          </p:nvSpPr>
          <p:spPr>
            <a:xfrm>
              <a:off x="5777825" y="4279225"/>
              <a:ext cx="586050" cy="90175"/>
            </a:xfrm>
            <a:custGeom>
              <a:avLst/>
              <a:gdLst/>
              <a:ahLst/>
              <a:cxnLst/>
              <a:rect l="l" t="t" r="r" b="b"/>
              <a:pathLst>
                <a:path w="23442" h="3607" extrusionOk="0">
                  <a:moveTo>
                    <a:pt x="1803" y="0"/>
                  </a:moveTo>
                  <a:cubicBezTo>
                    <a:pt x="822" y="0"/>
                    <a:pt x="0" y="799"/>
                    <a:pt x="0" y="1803"/>
                  </a:cubicBezTo>
                  <a:cubicBezTo>
                    <a:pt x="0" y="2785"/>
                    <a:pt x="822" y="3607"/>
                    <a:pt x="1803" y="3607"/>
                  </a:cubicBezTo>
                  <a:cubicBezTo>
                    <a:pt x="2602" y="3607"/>
                    <a:pt x="3264" y="3104"/>
                    <a:pt x="3492" y="2397"/>
                  </a:cubicBezTo>
                  <a:lnTo>
                    <a:pt x="19949" y="2397"/>
                  </a:lnTo>
                  <a:cubicBezTo>
                    <a:pt x="20200" y="3104"/>
                    <a:pt x="20862" y="3607"/>
                    <a:pt x="21638" y="3607"/>
                  </a:cubicBezTo>
                  <a:cubicBezTo>
                    <a:pt x="22643" y="3607"/>
                    <a:pt x="23442" y="2785"/>
                    <a:pt x="23442" y="1803"/>
                  </a:cubicBezTo>
                  <a:cubicBezTo>
                    <a:pt x="23442" y="799"/>
                    <a:pt x="22643" y="0"/>
                    <a:pt x="21638" y="0"/>
                  </a:cubicBezTo>
                  <a:cubicBezTo>
                    <a:pt x="20657" y="0"/>
                    <a:pt x="19835" y="799"/>
                    <a:pt x="19835" y="1803"/>
                  </a:cubicBezTo>
                  <a:lnTo>
                    <a:pt x="3606" y="1803"/>
                  </a:lnTo>
                  <a:cubicBezTo>
                    <a:pt x="3606" y="799"/>
                    <a:pt x="2808" y="0"/>
                    <a:pt x="1803" y="0"/>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52"/>
            <p:cNvSpPr/>
            <p:nvPr/>
          </p:nvSpPr>
          <p:spPr>
            <a:xfrm>
              <a:off x="5867975" y="2535925"/>
              <a:ext cx="676225" cy="119875"/>
            </a:xfrm>
            <a:custGeom>
              <a:avLst/>
              <a:gdLst/>
              <a:ahLst/>
              <a:cxnLst/>
              <a:rect l="l" t="t" r="r" b="b"/>
              <a:pathLst>
                <a:path w="27049" h="4795" extrusionOk="0">
                  <a:moveTo>
                    <a:pt x="24652" y="1"/>
                  </a:moveTo>
                  <a:cubicBezTo>
                    <a:pt x="23328" y="1"/>
                    <a:pt x="22255" y="1074"/>
                    <a:pt x="22255" y="2398"/>
                  </a:cubicBezTo>
                  <a:lnTo>
                    <a:pt x="2991" y="2398"/>
                  </a:lnTo>
                  <a:cubicBezTo>
                    <a:pt x="2854" y="1713"/>
                    <a:pt x="2237" y="1188"/>
                    <a:pt x="1507" y="1188"/>
                  </a:cubicBezTo>
                  <a:cubicBezTo>
                    <a:pt x="685" y="1188"/>
                    <a:pt x="0" y="1873"/>
                    <a:pt x="0" y="2694"/>
                  </a:cubicBezTo>
                  <a:cubicBezTo>
                    <a:pt x="0" y="3539"/>
                    <a:pt x="685" y="4201"/>
                    <a:pt x="1507" y="4201"/>
                  </a:cubicBezTo>
                  <a:cubicBezTo>
                    <a:pt x="2237" y="4201"/>
                    <a:pt x="2854" y="3676"/>
                    <a:pt x="2991" y="2991"/>
                  </a:cubicBezTo>
                  <a:lnTo>
                    <a:pt x="22324" y="2991"/>
                  </a:lnTo>
                  <a:cubicBezTo>
                    <a:pt x="22598" y="4041"/>
                    <a:pt x="23533" y="4794"/>
                    <a:pt x="24652" y="4794"/>
                  </a:cubicBezTo>
                  <a:cubicBezTo>
                    <a:pt x="25976" y="4794"/>
                    <a:pt x="27048" y="3721"/>
                    <a:pt x="27048" y="2398"/>
                  </a:cubicBezTo>
                  <a:cubicBezTo>
                    <a:pt x="27048" y="1074"/>
                    <a:pt x="25976" y="1"/>
                    <a:pt x="24652" y="1"/>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52"/>
            <p:cNvSpPr/>
            <p:nvPr/>
          </p:nvSpPr>
          <p:spPr>
            <a:xfrm>
              <a:off x="5793225" y="3392450"/>
              <a:ext cx="750975" cy="150100"/>
            </a:xfrm>
            <a:custGeom>
              <a:avLst/>
              <a:gdLst/>
              <a:ahLst/>
              <a:cxnLst/>
              <a:rect l="l" t="t" r="r" b="b"/>
              <a:pathLst>
                <a:path w="30039" h="6004" extrusionOk="0">
                  <a:moveTo>
                    <a:pt x="2990" y="1"/>
                  </a:moveTo>
                  <a:cubicBezTo>
                    <a:pt x="1347" y="1"/>
                    <a:pt x="0" y="1347"/>
                    <a:pt x="0" y="2991"/>
                  </a:cubicBezTo>
                  <a:cubicBezTo>
                    <a:pt x="0" y="4657"/>
                    <a:pt x="1347" y="6004"/>
                    <a:pt x="2990" y="6004"/>
                  </a:cubicBezTo>
                  <a:cubicBezTo>
                    <a:pt x="4451" y="6004"/>
                    <a:pt x="5661" y="4977"/>
                    <a:pt x="5935" y="3607"/>
                  </a:cubicBezTo>
                  <a:lnTo>
                    <a:pt x="25314" y="3607"/>
                  </a:lnTo>
                  <a:cubicBezTo>
                    <a:pt x="25588" y="4634"/>
                    <a:pt x="26523" y="5410"/>
                    <a:pt x="27642" y="5410"/>
                  </a:cubicBezTo>
                  <a:cubicBezTo>
                    <a:pt x="28966" y="5410"/>
                    <a:pt x="30038" y="4337"/>
                    <a:pt x="30038" y="2991"/>
                  </a:cubicBezTo>
                  <a:cubicBezTo>
                    <a:pt x="30038" y="1667"/>
                    <a:pt x="28966" y="594"/>
                    <a:pt x="27642" y="594"/>
                  </a:cubicBezTo>
                  <a:cubicBezTo>
                    <a:pt x="26318" y="594"/>
                    <a:pt x="25245" y="1667"/>
                    <a:pt x="25245" y="2991"/>
                  </a:cubicBezTo>
                  <a:lnTo>
                    <a:pt x="6003" y="2991"/>
                  </a:lnTo>
                  <a:cubicBezTo>
                    <a:pt x="6003" y="1347"/>
                    <a:pt x="4657" y="1"/>
                    <a:pt x="2990" y="1"/>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52"/>
            <p:cNvSpPr/>
            <p:nvPr/>
          </p:nvSpPr>
          <p:spPr>
            <a:xfrm>
              <a:off x="5913050" y="3241800"/>
              <a:ext cx="616300" cy="150675"/>
            </a:xfrm>
            <a:custGeom>
              <a:avLst/>
              <a:gdLst/>
              <a:ahLst/>
              <a:cxnLst/>
              <a:rect l="l" t="t" r="r" b="b"/>
              <a:pathLst>
                <a:path w="24652" h="6027" extrusionOk="0">
                  <a:moveTo>
                    <a:pt x="3014" y="1"/>
                  </a:moveTo>
                  <a:cubicBezTo>
                    <a:pt x="1347" y="1"/>
                    <a:pt x="1" y="1348"/>
                    <a:pt x="1" y="3014"/>
                  </a:cubicBezTo>
                  <a:cubicBezTo>
                    <a:pt x="1" y="4680"/>
                    <a:pt x="1347" y="6027"/>
                    <a:pt x="3014" y="6027"/>
                  </a:cubicBezTo>
                  <a:cubicBezTo>
                    <a:pt x="4474" y="6027"/>
                    <a:pt x="5684" y="5000"/>
                    <a:pt x="5958" y="3607"/>
                  </a:cubicBezTo>
                  <a:lnTo>
                    <a:pt x="20543" y="3607"/>
                  </a:lnTo>
                  <a:cubicBezTo>
                    <a:pt x="20795" y="4497"/>
                    <a:pt x="21593" y="5114"/>
                    <a:pt x="22552" y="5114"/>
                  </a:cubicBezTo>
                  <a:cubicBezTo>
                    <a:pt x="23716" y="5114"/>
                    <a:pt x="24652" y="4178"/>
                    <a:pt x="24652" y="3014"/>
                  </a:cubicBezTo>
                  <a:cubicBezTo>
                    <a:pt x="24652" y="1850"/>
                    <a:pt x="23716" y="914"/>
                    <a:pt x="22552" y="914"/>
                  </a:cubicBezTo>
                  <a:cubicBezTo>
                    <a:pt x="21388" y="914"/>
                    <a:pt x="20452" y="1850"/>
                    <a:pt x="20452" y="3014"/>
                  </a:cubicBezTo>
                  <a:lnTo>
                    <a:pt x="6027" y="3014"/>
                  </a:lnTo>
                  <a:cubicBezTo>
                    <a:pt x="6027" y="1348"/>
                    <a:pt x="4680" y="1"/>
                    <a:pt x="3014" y="1"/>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52"/>
            <p:cNvSpPr/>
            <p:nvPr/>
          </p:nvSpPr>
          <p:spPr>
            <a:xfrm>
              <a:off x="6063700" y="3091725"/>
              <a:ext cx="405750" cy="180350"/>
            </a:xfrm>
            <a:custGeom>
              <a:avLst/>
              <a:gdLst/>
              <a:ahLst/>
              <a:cxnLst/>
              <a:rect l="l" t="t" r="r" b="b"/>
              <a:pathLst>
                <a:path w="16230" h="7214" extrusionOk="0">
                  <a:moveTo>
                    <a:pt x="3607" y="1"/>
                  </a:moveTo>
                  <a:cubicBezTo>
                    <a:pt x="1598" y="1"/>
                    <a:pt x="1" y="1621"/>
                    <a:pt x="1" y="3607"/>
                  </a:cubicBezTo>
                  <a:cubicBezTo>
                    <a:pt x="1" y="5593"/>
                    <a:pt x="1598" y="7214"/>
                    <a:pt x="3607" y="7214"/>
                  </a:cubicBezTo>
                  <a:cubicBezTo>
                    <a:pt x="5593" y="7214"/>
                    <a:pt x="7213" y="5593"/>
                    <a:pt x="7213" y="3607"/>
                  </a:cubicBezTo>
                  <a:lnTo>
                    <a:pt x="12029" y="3607"/>
                  </a:lnTo>
                  <a:cubicBezTo>
                    <a:pt x="12189" y="4634"/>
                    <a:pt x="13057" y="5410"/>
                    <a:pt x="14129" y="5410"/>
                  </a:cubicBezTo>
                  <a:cubicBezTo>
                    <a:pt x="15271" y="5410"/>
                    <a:pt x="16229" y="4475"/>
                    <a:pt x="16229" y="3310"/>
                  </a:cubicBezTo>
                  <a:cubicBezTo>
                    <a:pt x="16229" y="2146"/>
                    <a:pt x="15271" y="1211"/>
                    <a:pt x="14129" y="1211"/>
                  </a:cubicBezTo>
                  <a:cubicBezTo>
                    <a:pt x="13057" y="1211"/>
                    <a:pt x="12189" y="1987"/>
                    <a:pt x="12029" y="3014"/>
                  </a:cubicBezTo>
                  <a:lnTo>
                    <a:pt x="7145" y="3014"/>
                  </a:lnTo>
                  <a:cubicBezTo>
                    <a:pt x="6871" y="1302"/>
                    <a:pt x="5387" y="1"/>
                    <a:pt x="3607" y="1"/>
                  </a:cubicBezTo>
                  <a:close/>
                </a:path>
              </a:pathLst>
            </a:custGeom>
            <a:gradFill>
              <a:gsLst>
                <a:gs pos="0">
                  <a:schemeClr val="accent1"/>
                </a:gs>
                <a:gs pos="100000">
                  <a:schemeClr val="accent2"/>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421" name="Google Shape;421;p52" title="qr-code.png"/>
          <p:cNvPicPr preferRelativeResize="0"/>
          <p:nvPr/>
        </p:nvPicPr>
        <p:blipFill>
          <a:blip r:embed="rId3">
            <a:alphaModFix/>
          </a:blip>
          <a:stretch>
            <a:fillRect/>
          </a:stretch>
        </p:blipFill>
        <p:spPr>
          <a:xfrm>
            <a:off x="138850" y="3410150"/>
            <a:ext cx="1596001" cy="1596001"/>
          </a:xfrm>
          <a:prstGeom prst="rect">
            <a:avLst/>
          </a:prstGeom>
          <a:noFill/>
          <a:ln>
            <a:noFill/>
          </a:ln>
        </p:spPr>
      </p:pic>
      <p:sp>
        <p:nvSpPr>
          <p:cNvPr id="422" name="Google Shape;422;p52"/>
          <p:cNvSpPr txBox="1">
            <a:spLocks noGrp="1"/>
          </p:cNvSpPr>
          <p:nvPr>
            <p:ph type="subTitle" idx="4294967295"/>
          </p:nvPr>
        </p:nvSpPr>
        <p:spPr>
          <a:xfrm>
            <a:off x="1804600" y="3859550"/>
            <a:ext cx="1171500" cy="697200"/>
          </a:xfrm>
          <a:prstGeom prst="rect">
            <a:avLst/>
          </a:prstGeom>
        </p:spPr>
        <p:txBody>
          <a:bodyPr spcFirstLastPara="1" wrap="square" lIns="91425" tIns="91425" rIns="91425" bIns="91425" anchor="ctr" anchorCtr="0">
            <a:noAutofit/>
          </a:bodyPr>
          <a:lstStyle/>
          <a:p>
            <a:pPr marL="0" lvl="0" indent="0" algn="l" rtl="0">
              <a:lnSpc>
                <a:spcPct val="100000"/>
              </a:lnSpc>
              <a:spcBef>
                <a:spcPts val="0"/>
              </a:spcBef>
              <a:spcAft>
                <a:spcPts val="0"/>
              </a:spcAft>
              <a:buNone/>
            </a:pPr>
            <a:r>
              <a:rPr lang="en" sz="1400">
                <a:solidFill>
                  <a:schemeClr val="lt1"/>
                </a:solidFill>
              </a:rPr>
              <a:t>Code and output files</a:t>
            </a:r>
            <a:endParaRPr sz="1400">
              <a:solidFill>
                <a:schemeClr val="l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426"/>
        <p:cNvGrpSpPr/>
        <p:nvPr/>
      </p:nvGrpSpPr>
      <p:grpSpPr>
        <a:xfrm>
          <a:off x="0" y="0"/>
          <a:ext cx="0" cy="0"/>
          <a:chOff x="0" y="0"/>
          <a:chExt cx="0" cy="0"/>
        </a:xfrm>
      </p:grpSpPr>
      <p:sp>
        <p:nvSpPr>
          <p:cNvPr id="427" name="Google Shape;427;p53"/>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Amplicon Graphs</a:t>
            </a:r>
            <a:endParaRPr>
              <a:latin typeface="Archivo"/>
              <a:ea typeface="Archivo"/>
              <a:cs typeface="Archivo"/>
              <a:sym typeface="Archivo"/>
            </a:endParaRPr>
          </a:p>
        </p:txBody>
      </p:sp>
      <p:sp>
        <p:nvSpPr>
          <p:cNvPr id="428" name="Google Shape;428;p53"/>
          <p:cNvSpPr/>
          <p:nvPr/>
        </p:nvSpPr>
        <p:spPr>
          <a:xfrm>
            <a:off x="7426718" y="426913"/>
            <a:ext cx="375349" cy="344435"/>
          </a:xfrm>
          <a:custGeom>
            <a:avLst/>
            <a:gdLst/>
            <a:ahLst/>
            <a:cxnLst/>
            <a:rect l="l" t="t" r="r" b="b"/>
            <a:pathLst>
              <a:path w="12603" h="11565" extrusionOk="0">
                <a:moveTo>
                  <a:pt x="9200" y="822"/>
                </a:moveTo>
                <a:lnTo>
                  <a:pt x="11311" y="2933"/>
                </a:lnTo>
                <a:cubicBezTo>
                  <a:pt x="11279" y="3185"/>
                  <a:pt x="11185" y="3437"/>
                  <a:pt x="11090" y="3689"/>
                </a:cubicBezTo>
                <a:lnTo>
                  <a:pt x="8444" y="1074"/>
                </a:lnTo>
                <a:cubicBezTo>
                  <a:pt x="8664" y="948"/>
                  <a:pt x="8916" y="853"/>
                  <a:pt x="9200" y="822"/>
                </a:cubicBezTo>
                <a:close/>
                <a:moveTo>
                  <a:pt x="7814" y="1389"/>
                </a:moveTo>
                <a:lnTo>
                  <a:pt x="10712" y="4287"/>
                </a:lnTo>
                <a:cubicBezTo>
                  <a:pt x="10649" y="4413"/>
                  <a:pt x="10555" y="4476"/>
                  <a:pt x="10492" y="4571"/>
                </a:cubicBezTo>
                <a:cubicBezTo>
                  <a:pt x="10397" y="4634"/>
                  <a:pt x="10334" y="4728"/>
                  <a:pt x="10208" y="4791"/>
                </a:cubicBezTo>
                <a:lnTo>
                  <a:pt x="7310" y="1893"/>
                </a:lnTo>
                <a:cubicBezTo>
                  <a:pt x="7373" y="1798"/>
                  <a:pt x="7467" y="1704"/>
                  <a:pt x="7530" y="1609"/>
                </a:cubicBezTo>
                <a:cubicBezTo>
                  <a:pt x="7625" y="1546"/>
                  <a:pt x="7688" y="1452"/>
                  <a:pt x="7814" y="1389"/>
                </a:cubicBezTo>
                <a:close/>
                <a:moveTo>
                  <a:pt x="6994" y="2523"/>
                </a:moveTo>
                <a:lnTo>
                  <a:pt x="9609" y="5169"/>
                </a:lnTo>
                <a:cubicBezTo>
                  <a:pt x="9389" y="5264"/>
                  <a:pt x="9105" y="5327"/>
                  <a:pt x="8885" y="5390"/>
                </a:cubicBezTo>
                <a:lnTo>
                  <a:pt x="6742" y="3279"/>
                </a:lnTo>
                <a:cubicBezTo>
                  <a:pt x="6774" y="3027"/>
                  <a:pt x="6868" y="2743"/>
                  <a:pt x="6994" y="2523"/>
                </a:cubicBezTo>
                <a:close/>
                <a:moveTo>
                  <a:pt x="3812" y="6209"/>
                </a:moveTo>
                <a:lnTo>
                  <a:pt x="5923" y="8351"/>
                </a:lnTo>
                <a:cubicBezTo>
                  <a:pt x="5892" y="8572"/>
                  <a:pt x="5797" y="8855"/>
                  <a:pt x="5671" y="9107"/>
                </a:cubicBezTo>
                <a:lnTo>
                  <a:pt x="3056" y="6461"/>
                </a:lnTo>
                <a:cubicBezTo>
                  <a:pt x="3277" y="6335"/>
                  <a:pt x="3560" y="6272"/>
                  <a:pt x="3812" y="6209"/>
                </a:cubicBezTo>
                <a:close/>
                <a:moveTo>
                  <a:pt x="2426" y="6776"/>
                </a:moveTo>
                <a:lnTo>
                  <a:pt x="5325" y="9675"/>
                </a:lnTo>
                <a:cubicBezTo>
                  <a:pt x="5262" y="9801"/>
                  <a:pt x="5167" y="9895"/>
                  <a:pt x="5104" y="9958"/>
                </a:cubicBezTo>
                <a:cubicBezTo>
                  <a:pt x="5010" y="10053"/>
                  <a:pt x="4947" y="10116"/>
                  <a:pt x="4821" y="10210"/>
                </a:cubicBezTo>
                <a:lnTo>
                  <a:pt x="1891" y="7280"/>
                </a:lnTo>
                <a:cubicBezTo>
                  <a:pt x="1985" y="7217"/>
                  <a:pt x="2080" y="7091"/>
                  <a:pt x="2143" y="6997"/>
                </a:cubicBezTo>
                <a:cubicBezTo>
                  <a:pt x="2206" y="6934"/>
                  <a:pt x="2300" y="6839"/>
                  <a:pt x="2426" y="6776"/>
                </a:cubicBezTo>
                <a:close/>
                <a:moveTo>
                  <a:pt x="1576" y="7910"/>
                </a:moveTo>
                <a:lnTo>
                  <a:pt x="4222" y="10557"/>
                </a:lnTo>
                <a:cubicBezTo>
                  <a:pt x="4002" y="10620"/>
                  <a:pt x="3718" y="10714"/>
                  <a:pt x="3466" y="10777"/>
                </a:cubicBezTo>
                <a:lnTo>
                  <a:pt x="1355" y="8666"/>
                </a:lnTo>
                <a:cubicBezTo>
                  <a:pt x="1387" y="8414"/>
                  <a:pt x="1481" y="8162"/>
                  <a:pt x="1576" y="7910"/>
                </a:cubicBezTo>
                <a:close/>
                <a:moveTo>
                  <a:pt x="10602" y="0"/>
                </a:moveTo>
                <a:cubicBezTo>
                  <a:pt x="9383" y="0"/>
                  <a:pt x="7954" y="274"/>
                  <a:pt x="7089" y="1168"/>
                </a:cubicBezTo>
                <a:cubicBezTo>
                  <a:pt x="6207" y="2082"/>
                  <a:pt x="5923" y="3500"/>
                  <a:pt x="5923" y="4728"/>
                </a:cubicBezTo>
                <a:cubicBezTo>
                  <a:pt x="6238" y="4760"/>
                  <a:pt x="6459" y="4791"/>
                  <a:pt x="6522" y="4791"/>
                </a:cubicBezTo>
                <a:lnTo>
                  <a:pt x="6585" y="4791"/>
                </a:lnTo>
                <a:lnTo>
                  <a:pt x="6585" y="4130"/>
                </a:lnTo>
                <a:lnTo>
                  <a:pt x="7971" y="5516"/>
                </a:lnTo>
                <a:cubicBezTo>
                  <a:pt x="7751" y="5532"/>
                  <a:pt x="7540" y="5538"/>
                  <a:pt x="7348" y="5538"/>
                </a:cubicBezTo>
                <a:cubicBezTo>
                  <a:pt x="6772" y="5538"/>
                  <a:pt x="6364" y="5484"/>
                  <a:pt x="6364" y="5484"/>
                </a:cubicBezTo>
                <a:cubicBezTo>
                  <a:pt x="6314" y="5459"/>
                  <a:pt x="5810" y="5369"/>
                  <a:pt x="5121" y="5369"/>
                </a:cubicBezTo>
                <a:cubicBezTo>
                  <a:pt x="4077" y="5369"/>
                  <a:pt x="2606" y="5575"/>
                  <a:pt x="1639" y="6524"/>
                </a:cubicBezTo>
                <a:cubicBezTo>
                  <a:pt x="0" y="8162"/>
                  <a:pt x="536" y="11155"/>
                  <a:pt x="567" y="11250"/>
                </a:cubicBezTo>
                <a:cubicBezTo>
                  <a:pt x="599" y="11407"/>
                  <a:pt x="725" y="11533"/>
                  <a:pt x="914" y="11533"/>
                </a:cubicBezTo>
                <a:lnTo>
                  <a:pt x="1009" y="11533"/>
                </a:lnTo>
                <a:cubicBezTo>
                  <a:pt x="1198" y="11502"/>
                  <a:pt x="1324" y="11344"/>
                  <a:pt x="1261" y="11155"/>
                </a:cubicBezTo>
                <a:cubicBezTo>
                  <a:pt x="1261" y="11155"/>
                  <a:pt x="1166" y="10399"/>
                  <a:pt x="1229" y="9517"/>
                </a:cubicBezTo>
                <a:lnTo>
                  <a:pt x="1229" y="9517"/>
                </a:lnTo>
                <a:lnTo>
                  <a:pt x="2615" y="10903"/>
                </a:lnTo>
                <a:cubicBezTo>
                  <a:pt x="2447" y="10903"/>
                  <a:pt x="2293" y="10917"/>
                  <a:pt x="2153" y="10917"/>
                </a:cubicBezTo>
                <a:cubicBezTo>
                  <a:pt x="2083" y="10917"/>
                  <a:pt x="2017" y="10914"/>
                  <a:pt x="1954" y="10903"/>
                </a:cubicBezTo>
                <a:lnTo>
                  <a:pt x="1954" y="10966"/>
                </a:lnTo>
                <a:cubicBezTo>
                  <a:pt x="1985" y="11187"/>
                  <a:pt x="1954" y="11407"/>
                  <a:pt x="1859" y="11565"/>
                </a:cubicBezTo>
                <a:lnTo>
                  <a:pt x="2048" y="11565"/>
                </a:lnTo>
                <a:cubicBezTo>
                  <a:pt x="3277" y="11565"/>
                  <a:pt x="4695" y="11281"/>
                  <a:pt x="5577" y="10399"/>
                </a:cubicBezTo>
                <a:cubicBezTo>
                  <a:pt x="6427" y="9517"/>
                  <a:pt x="6742" y="8068"/>
                  <a:pt x="6742" y="6839"/>
                </a:cubicBezTo>
                <a:cubicBezTo>
                  <a:pt x="6396" y="6808"/>
                  <a:pt x="6144" y="6776"/>
                  <a:pt x="6112" y="6776"/>
                </a:cubicBezTo>
                <a:lnTo>
                  <a:pt x="6049" y="6776"/>
                </a:lnTo>
                <a:lnTo>
                  <a:pt x="6049" y="7438"/>
                </a:lnTo>
                <a:lnTo>
                  <a:pt x="4663" y="6051"/>
                </a:lnTo>
                <a:cubicBezTo>
                  <a:pt x="4876" y="6036"/>
                  <a:pt x="5083" y="6030"/>
                  <a:pt x="5273" y="6030"/>
                </a:cubicBezTo>
                <a:cubicBezTo>
                  <a:pt x="5845" y="6030"/>
                  <a:pt x="6270" y="6083"/>
                  <a:pt x="6270" y="6083"/>
                </a:cubicBezTo>
                <a:cubicBezTo>
                  <a:pt x="6301" y="6083"/>
                  <a:pt x="6837" y="6178"/>
                  <a:pt x="7499" y="6178"/>
                </a:cubicBezTo>
                <a:cubicBezTo>
                  <a:pt x="8727" y="6178"/>
                  <a:pt x="10145" y="5862"/>
                  <a:pt x="10996" y="4980"/>
                </a:cubicBezTo>
                <a:cubicBezTo>
                  <a:pt x="12602" y="3374"/>
                  <a:pt x="12098" y="381"/>
                  <a:pt x="12067" y="255"/>
                </a:cubicBezTo>
                <a:cubicBezTo>
                  <a:pt x="12035" y="160"/>
                  <a:pt x="11878" y="34"/>
                  <a:pt x="11657" y="34"/>
                </a:cubicBezTo>
                <a:cubicBezTo>
                  <a:pt x="11468" y="66"/>
                  <a:pt x="11342" y="223"/>
                  <a:pt x="11405" y="444"/>
                </a:cubicBezTo>
                <a:cubicBezTo>
                  <a:pt x="11405" y="444"/>
                  <a:pt x="11531" y="1168"/>
                  <a:pt x="11437" y="2050"/>
                </a:cubicBezTo>
                <a:lnTo>
                  <a:pt x="10050" y="664"/>
                </a:lnTo>
                <a:cubicBezTo>
                  <a:pt x="10218" y="664"/>
                  <a:pt x="10373" y="650"/>
                  <a:pt x="10513" y="650"/>
                </a:cubicBezTo>
                <a:cubicBezTo>
                  <a:pt x="10583" y="650"/>
                  <a:pt x="10649" y="654"/>
                  <a:pt x="10712" y="664"/>
                </a:cubicBezTo>
                <a:lnTo>
                  <a:pt x="10712" y="601"/>
                </a:lnTo>
                <a:cubicBezTo>
                  <a:pt x="10681" y="381"/>
                  <a:pt x="10712" y="160"/>
                  <a:pt x="10807" y="3"/>
                </a:cubicBezTo>
                <a:cubicBezTo>
                  <a:pt x="10739" y="1"/>
                  <a:pt x="10671" y="0"/>
                  <a:pt x="10602" y="0"/>
                </a:cubicBezTo>
                <a:close/>
              </a:path>
            </a:pathLst>
          </a:custGeom>
          <a:gradFill>
            <a:gsLst>
              <a:gs pos="0">
                <a:schemeClr val="accent1"/>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53"/>
          <p:cNvSpPr/>
          <p:nvPr/>
        </p:nvSpPr>
        <p:spPr>
          <a:xfrm>
            <a:off x="713100" y="1112200"/>
            <a:ext cx="7717800" cy="61500"/>
          </a:xfrm>
          <a:prstGeom prst="rect">
            <a:avLst/>
          </a:prstGeom>
          <a:gradFill>
            <a:gsLst>
              <a:gs pos="0">
                <a:schemeClr val="accent1"/>
              </a:gs>
              <a:gs pos="100000">
                <a:schemeClr val="accent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30" name="Google Shape;430;p53" title="DO10960-SP23739_amplicon3.png"/>
          <p:cNvPicPr preferRelativeResize="0"/>
          <p:nvPr/>
        </p:nvPicPr>
        <p:blipFill>
          <a:blip r:embed="rId3">
            <a:alphaModFix/>
          </a:blip>
          <a:stretch>
            <a:fillRect/>
          </a:stretch>
        </p:blipFill>
        <p:spPr>
          <a:xfrm>
            <a:off x="152400" y="1326100"/>
            <a:ext cx="8810095" cy="3665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434"/>
        <p:cNvGrpSpPr/>
        <p:nvPr/>
      </p:nvGrpSpPr>
      <p:grpSpPr>
        <a:xfrm>
          <a:off x="0" y="0"/>
          <a:ext cx="0" cy="0"/>
          <a:chOff x="0" y="0"/>
          <a:chExt cx="0" cy="0"/>
        </a:xfrm>
      </p:grpSpPr>
      <p:sp>
        <p:nvSpPr>
          <p:cNvPr id="435" name="Google Shape;435;p54"/>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Amplicon Graphs</a:t>
            </a:r>
            <a:endParaRPr>
              <a:latin typeface="Archivo"/>
              <a:ea typeface="Archivo"/>
              <a:cs typeface="Archivo"/>
              <a:sym typeface="Archivo"/>
            </a:endParaRPr>
          </a:p>
        </p:txBody>
      </p:sp>
      <p:sp>
        <p:nvSpPr>
          <p:cNvPr id="436" name="Google Shape;436;p54"/>
          <p:cNvSpPr/>
          <p:nvPr/>
        </p:nvSpPr>
        <p:spPr>
          <a:xfrm>
            <a:off x="6639918" y="433788"/>
            <a:ext cx="375349" cy="344435"/>
          </a:xfrm>
          <a:custGeom>
            <a:avLst/>
            <a:gdLst/>
            <a:ahLst/>
            <a:cxnLst/>
            <a:rect l="l" t="t" r="r" b="b"/>
            <a:pathLst>
              <a:path w="12603" h="11565" extrusionOk="0">
                <a:moveTo>
                  <a:pt x="9200" y="822"/>
                </a:moveTo>
                <a:lnTo>
                  <a:pt x="11311" y="2933"/>
                </a:lnTo>
                <a:cubicBezTo>
                  <a:pt x="11279" y="3185"/>
                  <a:pt x="11185" y="3437"/>
                  <a:pt x="11090" y="3689"/>
                </a:cubicBezTo>
                <a:lnTo>
                  <a:pt x="8444" y="1074"/>
                </a:lnTo>
                <a:cubicBezTo>
                  <a:pt x="8664" y="948"/>
                  <a:pt x="8916" y="853"/>
                  <a:pt x="9200" y="822"/>
                </a:cubicBezTo>
                <a:close/>
                <a:moveTo>
                  <a:pt x="7814" y="1389"/>
                </a:moveTo>
                <a:lnTo>
                  <a:pt x="10712" y="4287"/>
                </a:lnTo>
                <a:cubicBezTo>
                  <a:pt x="10649" y="4413"/>
                  <a:pt x="10555" y="4476"/>
                  <a:pt x="10492" y="4571"/>
                </a:cubicBezTo>
                <a:cubicBezTo>
                  <a:pt x="10397" y="4634"/>
                  <a:pt x="10334" y="4728"/>
                  <a:pt x="10208" y="4791"/>
                </a:cubicBezTo>
                <a:lnTo>
                  <a:pt x="7310" y="1893"/>
                </a:lnTo>
                <a:cubicBezTo>
                  <a:pt x="7373" y="1798"/>
                  <a:pt x="7467" y="1704"/>
                  <a:pt x="7530" y="1609"/>
                </a:cubicBezTo>
                <a:cubicBezTo>
                  <a:pt x="7625" y="1546"/>
                  <a:pt x="7688" y="1452"/>
                  <a:pt x="7814" y="1389"/>
                </a:cubicBezTo>
                <a:close/>
                <a:moveTo>
                  <a:pt x="6994" y="2523"/>
                </a:moveTo>
                <a:lnTo>
                  <a:pt x="9609" y="5169"/>
                </a:lnTo>
                <a:cubicBezTo>
                  <a:pt x="9389" y="5264"/>
                  <a:pt x="9105" y="5327"/>
                  <a:pt x="8885" y="5390"/>
                </a:cubicBezTo>
                <a:lnTo>
                  <a:pt x="6742" y="3279"/>
                </a:lnTo>
                <a:cubicBezTo>
                  <a:pt x="6774" y="3027"/>
                  <a:pt x="6868" y="2743"/>
                  <a:pt x="6994" y="2523"/>
                </a:cubicBezTo>
                <a:close/>
                <a:moveTo>
                  <a:pt x="3812" y="6209"/>
                </a:moveTo>
                <a:lnTo>
                  <a:pt x="5923" y="8351"/>
                </a:lnTo>
                <a:cubicBezTo>
                  <a:pt x="5892" y="8572"/>
                  <a:pt x="5797" y="8855"/>
                  <a:pt x="5671" y="9107"/>
                </a:cubicBezTo>
                <a:lnTo>
                  <a:pt x="3056" y="6461"/>
                </a:lnTo>
                <a:cubicBezTo>
                  <a:pt x="3277" y="6335"/>
                  <a:pt x="3560" y="6272"/>
                  <a:pt x="3812" y="6209"/>
                </a:cubicBezTo>
                <a:close/>
                <a:moveTo>
                  <a:pt x="2426" y="6776"/>
                </a:moveTo>
                <a:lnTo>
                  <a:pt x="5325" y="9675"/>
                </a:lnTo>
                <a:cubicBezTo>
                  <a:pt x="5262" y="9801"/>
                  <a:pt x="5167" y="9895"/>
                  <a:pt x="5104" y="9958"/>
                </a:cubicBezTo>
                <a:cubicBezTo>
                  <a:pt x="5010" y="10053"/>
                  <a:pt x="4947" y="10116"/>
                  <a:pt x="4821" y="10210"/>
                </a:cubicBezTo>
                <a:lnTo>
                  <a:pt x="1891" y="7280"/>
                </a:lnTo>
                <a:cubicBezTo>
                  <a:pt x="1985" y="7217"/>
                  <a:pt x="2080" y="7091"/>
                  <a:pt x="2143" y="6997"/>
                </a:cubicBezTo>
                <a:cubicBezTo>
                  <a:pt x="2206" y="6934"/>
                  <a:pt x="2300" y="6839"/>
                  <a:pt x="2426" y="6776"/>
                </a:cubicBezTo>
                <a:close/>
                <a:moveTo>
                  <a:pt x="1576" y="7910"/>
                </a:moveTo>
                <a:lnTo>
                  <a:pt x="4222" y="10557"/>
                </a:lnTo>
                <a:cubicBezTo>
                  <a:pt x="4002" y="10620"/>
                  <a:pt x="3718" y="10714"/>
                  <a:pt x="3466" y="10777"/>
                </a:cubicBezTo>
                <a:lnTo>
                  <a:pt x="1355" y="8666"/>
                </a:lnTo>
                <a:cubicBezTo>
                  <a:pt x="1387" y="8414"/>
                  <a:pt x="1481" y="8162"/>
                  <a:pt x="1576" y="7910"/>
                </a:cubicBezTo>
                <a:close/>
                <a:moveTo>
                  <a:pt x="10602" y="0"/>
                </a:moveTo>
                <a:cubicBezTo>
                  <a:pt x="9383" y="0"/>
                  <a:pt x="7954" y="274"/>
                  <a:pt x="7089" y="1168"/>
                </a:cubicBezTo>
                <a:cubicBezTo>
                  <a:pt x="6207" y="2082"/>
                  <a:pt x="5923" y="3500"/>
                  <a:pt x="5923" y="4728"/>
                </a:cubicBezTo>
                <a:cubicBezTo>
                  <a:pt x="6238" y="4760"/>
                  <a:pt x="6459" y="4791"/>
                  <a:pt x="6522" y="4791"/>
                </a:cubicBezTo>
                <a:lnTo>
                  <a:pt x="6585" y="4791"/>
                </a:lnTo>
                <a:lnTo>
                  <a:pt x="6585" y="4130"/>
                </a:lnTo>
                <a:lnTo>
                  <a:pt x="7971" y="5516"/>
                </a:lnTo>
                <a:cubicBezTo>
                  <a:pt x="7751" y="5532"/>
                  <a:pt x="7540" y="5538"/>
                  <a:pt x="7348" y="5538"/>
                </a:cubicBezTo>
                <a:cubicBezTo>
                  <a:pt x="6772" y="5538"/>
                  <a:pt x="6364" y="5484"/>
                  <a:pt x="6364" y="5484"/>
                </a:cubicBezTo>
                <a:cubicBezTo>
                  <a:pt x="6314" y="5459"/>
                  <a:pt x="5810" y="5369"/>
                  <a:pt x="5121" y="5369"/>
                </a:cubicBezTo>
                <a:cubicBezTo>
                  <a:pt x="4077" y="5369"/>
                  <a:pt x="2606" y="5575"/>
                  <a:pt x="1639" y="6524"/>
                </a:cubicBezTo>
                <a:cubicBezTo>
                  <a:pt x="0" y="8162"/>
                  <a:pt x="536" y="11155"/>
                  <a:pt x="567" y="11250"/>
                </a:cubicBezTo>
                <a:cubicBezTo>
                  <a:pt x="599" y="11407"/>
                  <a:pt x="725" y="11533"/>
                  <a:pt x="914" y="11533"/>
                </a:cubicBezTo>
                <a:lnTo>
                  <a:pt x="1009" y="11533"/>
                </a:lnTo>
                <a:cubicBezTo>
                  <a:pt x="1198" y="11502"/>
                  <a:pt x="1324" y="11344"/>
                  <a:pt x="1261" y="11155"/>
                </a:cubicBezTo>
                <a:cubicBezTo>
                  <a:pt x="1261" y="11155"/>
                  <a:pt x="1166" y="10399"/>
                  <a:pt x="1229" y="9517"/>
                </a:cubicBezTo>
                <a:lnTo>
                  <a:pt x="1229" y="9517"/>
                </a:lnTo>
                <a:lnTo>
                  <a:pt x="2615" y="10903"/>
                </a:lnTo>
                <a:cubicBezTo>
                  <a:pt x="2447" y="10903"/>
                  <a:pt x="2293" y="10917"/>
                  <a:pt x="2153" y="10917"/>
                </a:cubicBezTo>
                <a:cubicBezTo>
                  <a:pt x="2083" y="10917"/>
                  <a:pt x="2017" y="10914"/>
                  <a:pt x="1954" y="10903"/>
                </a:cubicBezTo>
                <a:lnTo>
                  <a:pt x="1954" y="10966"/>
                </a:lnTo>
                <a:cubicBezTo>
                  <a:pt x="1985" y="11187"/>
                  <a:pt x="1954" y="11407"/>
                  <a:pt x="1859" y="11565"/>
                </a:cubicBezTo>
                <a:lnTo>
                  <a:pt x="2048" y="11565"/>
                </a:lnTo>
                <a:cubicBezTo>
                  <a:pt x="3277" y="11565"/>
                  <a:pt x="4695" y="11281"/>
                  <a:pt x="5577" y="10399"/>
                </a:cubicBezTo>
                <a:cubicBezTo>
                  <a:pt x="6427" y="9517"/>
                  <a:pt x="6742" y="8068"/>
                  <a:pt x="6742" y="6839"/>
                </a:cubicBezTo>
                <a:cubicBezTo>
                  <a:pt x="6396" y="6808"/>
                  <a:pt x="6144" y="6776"/>
                  <a:pt x="6112" y="6776"/>
                </a:cubicBezTo>
                <a:lnTo>
                  <a:pt x="6049" y="6776"/>
                </a:lnTo>
                <a:lnTo>
                  <a:pt x="6049" y="7438"/>
                </a:lnTo>
                <a:lnTo>
                  <a:pt x="4663" y="6051"/>
                </a:lnTo>
                <a:cubicBezTo>
                  <a:pt x="4876" y="6036"/>
                  <a:pt x="5083" y="6030"/>
                  <a:pt x="5273" y="6030"/>
                </a:cubicBezTo>
                <a:cubicBezTo>
                  <a:pt x="5845" y="6030"/>
                  <a:pt x="6270" y="6083"/>
                  <a:pt x="6270" y="6083"/>
                </a:cubicBezTo>
                <a:cubicBezTo>
                  <a:pt x="6301" y="6083"/>
                  <a:pt x="6837" y="6178"/>
                  <a:pt x="7499" y="6178"/>
                </a:cubicBezTo>
                <a:cubicBezTo>
                  <a:pt x="8727" y="6178"/>
                  <a:pt x="10145" y="5862"/>
                  <a:pt x="10996" y="4980"/>
                </a:cubicBezTo>
                <a:cubicBezTo>
                  <a:pt x="12602" y="3374"/>
                  <a:pt x="12098" y="381"/>
                  <a:pt x="12067" y="255"/>
                </a:cubicBezTo>
                <a:cubicBezTo>
                  <a:pt x="12035" y="160"/>
                  <a:pt x="11878" y="34"/>
                  <a:pt x="11657" y="34"/>
                </a:cubicBezTo>
                <a:cubicBezTo>
                  <a:pt x="11468" y="66"/>
                  <a:pt x="11342" y="223"/>
                  <a:pt x="11405" y="444"/>
                </a:cubicBezTo>
                <a:cubicBezTo>
                  <a:pt x="11405" y="444"/>
                  <a:pt x="11531" y="1168"/>
                  <a:pt x="11437" y="2050"/>
                </a:cubicBezTo>
                <a:lnTo>
                  <a:pt x="10050" y="664"/>
                </a:lnTo>
                <a:cubicBezTo>
                  <a:pt x="10218" y="664"/>
                  <a:pt x="10373" y="650"/>
                  <a:pt x="10513" y="650"/>
                </a:cubicBezTo>
                <a:cubicBezTo>
                  <a:pt x="10583" y="650"/>
                  <a:pt x="10649" y="654"/>
                  <a:pt x="10712" y="664"/>
                </a:cubicBezTo>
                <a:lnTo>
                  <a:pt x="10712" y="601"/>
                </a:lnTo>
                <a:cubicBezTo>
                  <a:pt x="10681" y="381"/>
                  <a:pt x="10712" y="160"/>
                  <a:pt x="10807" y="3"/>
                </a:cubicBezTo>
                <a:cubicBezTo>
                  <a:pt x="10739" y="1"/>
                  <a:pt x="10671" y="0"/>
                  <a:pt x="10602" y="0"/>
                </a:cubicBezTo>
                <a:close/>
              </a:path>
            </a:pathLst>
          </a:custGeom>
          <a:gradFill>
            <a:gsLst>
              <a:gs pos="0">
                <a:schemeClr val="accent1"/>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54"/>
          <p:cNvSpPr/>
          <p:nvPr/>
        </p:nvSpPr>
        <p:spPr>
          <a:xfrm>
            <a:off x="713100" y="1112200"/>
            <a:ext cx="7717800" cy="61500"/>
          </a:xfrm>
          <a:prstGeom prst="rect">
            <a:avLst/>
          </a:prstGeom>
          <a:gradFill>
            <a:gsLst>
              <a:gs pos="0">
                <a:schemeClr val="accent1"/>
              </a:gs>
              <a:gs pos="100000">
                <a:schemeClr val="accent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38" name="Google Shape;438;p54" title="DO219949-SP121774_amplicon1.png"/>
          <p:cNvPicPr preferRelativeResize="0"/>
          <p:nvPr/>
        </p:nvPicPr>
        <p:blipFill>
          <a:blip r:embed="rId3">
            <a:alphaModFix/>
          </a:blip>
          <a:stretch>
            <a:fillRect/>
          </a:stretch>
        </p:blipFill>
        <p:spPr>
          <a:xfrm>
            <a:off x="152400" y="1326100"/>
            <a:ext cx="8810095" cy="3665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55"/>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Amplicon Graphs</a:t>
            </a:r>
            <a:endParaRPr>
              <a:latin typeface="Archivo"/>
              <a:ea typeface="Archivo"/>
              <a:cs typeface="Archivo"/>
              <a:sym typeface="Archivo"/>
            </a:endParaRPr>
          </a:p>
        </p:txBody>
      </p:sp>
      <p:sp>
        <p:nvSpPr>
          <p:cNvPr id="444" name="Google Shape;444;p55"/>
          <p:cNvSpPr/>
          <p:nvPr/>
        </p:nvSpPr>
        <p:spPr>
          <a:xfrm>
            <a:off x="6639918" y="433788"/>
            <a:ext cx="375349" cy="344435"/>
          </a:xfrm>
          <a:custGeom>
            <a:avLst/>
            <a:gdLst/>
            <a:ahLst/>
            <a:cxnLst/>
            <a:rect l="l" t="t" r="r" b="b"/>
            <a:pathLst>
              <a:path w="12603" h="11565" extrusionOk="0">
                <a:moveTo>
                  <a:pt x="9200" y="822"/>
                </a:moveTo>
                <a:lnTo>
                  <a:pt x="11311" y="2933"/>
                </a:lnTo>
                <a:cubicBezTo>
                  <a:pt x="11279" y="3185"/>
                  <a:pt x="11185" y="3437"/>
                  <a:pt x="11090" y="3689"/>
                </a:cubicBezTo>
                <a:lnTo>
                  <a:pt x="8444" y="1074"/>
                </a:lnTo>
                <a:cubicBezTo>
                  <a:pt x="8664" y="948"/>
                  <a:pt x="8916" y="853"/>
                  <a:pt x="9200" y="822"/>
                </a:cubicBezTo>
                <a:close/>
                <a:moveTo>
                  <a:pt x="7814" y="1389"/>
                </a:moveTo>
                <a:lnTo>
                  <a:pt x="10712" y="4287"/>
                </a:lnTo>
                <a:cubicBezTo>
                  <a:pt x="10649" y="4413"/>
                  <a:pt x="10555" y="4476"/>
                  <a:pt x="10492" y="4571"/>
                </a:cubicBezTo>
                <a:cubicBezTo>
                  <a:pt x="10397" y="4634"/>
                  <a:pt x="10334" y="4728"/>
                  <a:pt x="10208" y="4791"/>
                </a:cubicBezTo>
                <a:lnTo>
                  <a:pt x="7310" y="1893"/>
                </a:lnTo>
                <a:cubicBezTo>
                  <a:pt x="7373" y="1798"/>
                  <a:pt x="7467" y="1704"/>
                  <a:pt x="7530" y="1609"/>
                </a:cubicBezTo>
                <a:cubicBezTo>
                  <a:pt x="7625" y="1546"/>
                  <a:pt x="7688" y="1452"/>
                  <a:pt x="7814" y="1389"/>
                </a:cubicBezTo>
                <a:close/>
                <a:moveTo>
                  <a:pt x="6994" y="2523"/>
                </a:moveTo>
                <a:lnTo>
                  <a:pt x="9609" y="5169"/>
                </a:lnTo>
                <a:cubicBezTo>
                  <a:pt x="9389" y="5264"/>
                  <a:pt x="9105" y="5327"/>
                  <a:pt x="8885" y="5390"/>
                </a:cubicBezTo>
                <a:lnTo>
                  <a:pt x="6742" y="3279"/>
                </a:lnTo>
                <a:cubicBezTo>
                  <a:pt x="6774" y="3027"/>
                  <a:pt x="6868" y="2743"/>
                  <a:pt x="6994" y="2523"/>
                </a:cubicBezTo>
                <a:close/>
                <a:moveTo>
                  <a:pt x="3812" y="6209"/>
                </a:moveTo>
                <a:lnTo>
                  <a:pt x="5923" y="8351"/>
                </a:lnTo>
                <a:cubicBezTo>
                  <a:pt x="5892" y="8572"/>
                  <a:pt x="5797" y="8855"/>
                  <a:pt x="5671" y="9107"/>
                </a:cubicBezTo>
                <a:lnTo>
                  <a:pt x="3056" y="6461"/>
                </a:lnTo>
                <a:cubicBezTo>
                  <a:pt x="3277" y="6335"/>
                  <a:pt x="3560" y="6272"/>
                  <a:pt x="3812" y="6209"/>
                </a:cubicBezTo>
                <a:close/>
                <a:moveTo>
                  <a:pt x="2426" y="6776"/>
                </a:moveTo>
                <a:lnTo>
                  <a:pt x="5325" y="9675"/>
                </a:lnTo>
                <a:cubicBezTo>
                  <a:pt x="5262" y="9801"/>
                  <a:pt x="5167" y="9895"/>
                  <a:pt x="5104" y="9958"/>
                </a:cubicBezTo>
                <a:cubicBezTo>
                  <a:pt x="5010" y="10053"/>
                  <a:pt x="4947" y="10116"/>
                  <a:pt x="4821" y="10210"/>
                </a:cubicBezTo>
                <a:lnTo>
                  <a:pt x="1891" y="7280"/>
                </a:lnTo>
                <a:cubicBezTo>
                  <a:pt x="1985" y="7217"/>
                  <a:pt x="2080" y="7091"/>
                  <a:pt x="2143" y="6997"/>
                </a:cubicBezTo>
                <a:cubicBezTo>
                  <a:pt x="2206" y="6934"/>
                  <a:pt x="2300" y="6839"/>
                  <a:pt x="2426" y="6776"/>
                </a:cubicBezTo>
                <a:close/>
                <a:moveTo>
                  <a:pt x="1576" y="7910"/>
                </a:moveTo>
                <a:lnTo>
                  <a:pt x="4222" y="10557"/>
                </a:lnTo>
                <a:cubicBezTo>
                  <a:pt x="4002" y="10620"/>
                  <a:pt x="3718" y="10714"/>
                  <a:pt x="3466" y="10777"/>
                </a:cubicBezTo>
                <a:lnTo>
                  <a:pt x="1355" y="8666"/>
                </a:lnTo>
                <a:cubicBezTo>
                  <a:pt x="1387" y="8414"/>
                  <a:pt x="1481" y="8162"/>
                  <a:pt x="1576" y="7910"/>
                </a:cubicBezTo>
                <a:close/>
                <a:moveTo>
                  <a:pt x="10602" y="0"/>
                </a:moveTo>
                <a:cubicBezTo>
                  <a:pt x="9383" y="0"/>
                  <a:pt x="7954" y="274"/>
                  <a:pt x="7089" y="1168"/>
                </a:cubicBezTo>
                <a:cubicBezTo>
                  <a:pt x="6207" y="2082"/>
                  <a:pt x="5923" y="3500"/>
                  <a:pt x="5923" y="4728"/>
                </a:cubicBezTo>
                <a:cubicBezTo>
                  <a:pt x="6238" y="4760"/>
                  <a:pt x="6459" y="4791"/>
                  <a:pt x="6522" y="4791"/>
                </a:cubicBezTo>
                <a:lnTo>
                  <a:pt x="6585" y="4791"/>
                </a:lnTo>
                <a:lnTo>
                  <a:pt x="6585" y="4130"/>
                </a:lnTo>
                <a:lnTo>
                  <a:pt x="7971" y="5516"/>
                </a:lnTo>
                <a:cubicBezTo>
                  <a:pt x="7751" y="5532"/>
                  <a:pt x="7540" y="5538"/>
                  <a:pt x="7348" y="5538"/>
                </a:cubicBezTo>
                <a:cubicBezTo>
                  <a:pt x="6772" y="5538"/>
                  <a:pt x="6364" y="5484"/>
                  <a:pt x="6364" y="5484"/>
                </a:cubicBezTo>
                <a:cubicBezTo>
                  <a:pt x="6314" y="5459"/>
                  <a:pt x="5810" y="5369"/>
                  <a:pt x="5121" y="5369"/>
                </a:cubicBezTo>
                <a:cubicBezTo>
                  <a:pt x="4077" y="5369"/>
                  <a:pt x="2606" y="5575"/>
                  <a:pt x="1639" y="6524"/>
                </a:cubicBezTo>
                <a:cubicBezTo>
                  <a:pt x="0" y="8162"/>
                  <a:pt x="536" y="11155"/>
                  <a:pt x="567" y="11250"/>
                </a:cubicBezTo>
                <a:cubicBezTo>
                  <a:pt x="599" y="11407"/>
                  <a:pt x="725" y="11533"/>
                  <a:pt x="914" y="11533"/>
                </a:cubicBezTo>
                <a:lnTo>
                  <a:pt x="1009" y="11533"/>
                </a:lnTo>
                <a:cubicBezTo>
                  <a:pt x="1198" y="11502"/>
                  <a:pt x="1324" y="11344"/>
                  <a:pt x="1261" y="11155"/>
                </a:cubicBezTo>
                <a:cubicBezTo>
                  <a:pt x="1261" y="11155"/>
                  <a:pt x="1166" y="10399"/>
                  <a:pt x="1229" y="9517"/>
                </a:cubicBezTo>
                <a:lnTo>
                  <a:pt x="1229" y="9517"/>
                </a:lnTo>
                <a:lnTo>
                  <a:pt x="2615" y="10903"/>
                </a:lnTo>
                <a:cubicBezTo>
                  <a:pt x="2447" y="10903"/>
                  <a:pt x="2293" y="10917"/>
                  <a:pt x="2153" y="10917"/>
                </a:cubicBezTo>
                <a:cubicBezTo>
                  <a:pt x="2083" y="10917"/>
                  <a:pt x="2017" y="10914"/>
                  <a:pt x="1954" y="10903"/>
                </a:cubicBezTo>
                <a:lnTo>
                  <a:pt x="1954" y="10966"/>
                </a:lnTo>
                <a:cubicBezTo>
                  <a:pt x="1985" y="11187"/>
                  <a:pt x="1954" y="11407"/>
                  <a:pt x="1859" y="11565"/>
                </a:cubicBezTo>
                <a:lnTo>
                  <a:pt x="2048" y="11565"/>
                </a:lnTo>
                <a:cubicBezTo>
                  <a:pt x="3277" y="11565"/>
                  <a:pt x="4695" y="11281"/>
                  <a:pt x="5577" y="10399"/>
                </a:cubicBezTo>
                <a:cubicBezTo>
                  <a:pt x="6427" y="9517"/>
                  <a:pt x="6742" y="8068"/>
                  <a:pt x="6742" y="6839"/>
                </a:cubicBezTo>
                <a:cubicBezTo>
                  <a:pt x="6396" y="6808"/>
                  <a:pt x="6144" y="6776"/>
                  <a:pt x="6112" y="6776"/>
                </a:cubicBezTo>
                <a:lnTo>
                  <a:pt x="6049" y="6776"/>
                </a:lnTo>
                <a:lnTo>
                  <a:pt x="6049" y="7438"/>
                </a:lnTo>
                <a:lnTo>
                  <a:pt x="4663" y="6051"/>
                </a:lnTo>
                <a:cubicBezTo>
                  <a:pt x="4876" y="6036"/>
                  <a:pt x="5083" y="6030"/>
                  <a:pt x="5273" y="6030"/>
                </a:cubicBezTo>
                <a:cubicBezTo>
                  <a:pt x="5845" y="6030"/>
                  <a:pt x="6270" y="6083"/>
                  <a:pt x="6270" y="6083"/>
                </a:cubicBezTo>
                <a:cubicBezTo>
                  <a:pt x="6301" y="6083"/>
                  <a:pt x="6837" y="6178"/>
                  <a:pt x="7499" y="6178"/>
                </a:cubicBezTo>
                <a:cubicBezTo>
                  <a:pt x="8727" y="6178"/>
                  <a:pt x="10145" y="5862"/>
                  <a:pt x="10996" y="4980"/>
                </a:cubicBezTo>
                <a:cubicBezTo>
                  <a:pt x="12602" y="3374"/>
                  <a:pt x="12098" y="381"/>
                  <a:pt x="12067" y="255"/>
                </a:cubicBezTo>
                <a:cubicBezTo>
                  <a:pt x="12035" y="160"/>
                  <a:pt x="11878" y="34"/>
                  <a:pt x="11657" y="34"/>
                </a:cubicBezTo>
                <a:cubicBezTo>
                  <a:pt x="11468" y="66"/>
                  <a:pt x="11342" y="223"/>
                  <a:pt x="11405" y="444"/>
                </a:cubicBezTo>
                <a:cubicBezTo>
                  <a:pt x="11405" y="444"/>
                  <a:pt x="11531" y="1168"/>
                  <a:pt x="11437" y="2050"/>
                </a:cubicBezTo>
                <a:lnTo>
                  <a:pt x="10050" y="664"/>
                </a:lnTo>
                <a:cubicBezTo>
                  <a:pt x="10218" y="664"/>
                  <a:pt x="10373" y="650"/>
                  <a:pt x="10513" y="650"/>
                </a:cubicBezTo>
                <a:cubicBezTo>
                  <a:pt x="10583" y="650"/>
                  <a:pt x="10649" y="654"/>
                  <a:pt x="10712" y="664"/>
                </a:cubicBezTo>
                <a:lnTo>
                  <a:pt x="10712" y="601"/>
                </a:lnTo>
                <a:cubicBezTo>
                  <a:pt x="10681" y="381"/>
                  <a:pt x="10712" y="160"/>
                  <a:pt x="10807" y="3"/>
                </a:cubicBezTo>
                <a:cubicBezTo>
                  <a:pt x="10739" y="1"/>
                  <a:pt x="10671" y="0"/>
                  <a:pt x="10602" y="0"/>
                </a:cubicBezTo>
                <a:close/>
              </a:path>
            </a:pathLst>
          </a:custGeom>
          <a:gradFill>
            <a:gsLst>
              <a:gs pos="0">
                <a:schemeClr val="accent1"/>
              </a:gs>
              <a:gs pos="100000">
                <a:schemeClr val="accent3"/>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55"/>
          <p:cNvSpPr/>
          <p:nvPr/>
        </p:nvSpPr>
        <p:spPr>
          <a:xfrm>
            <a:off x="713100" y="1112200"/>
            <a:ext cx="7717800" cy="61500"/>
          </a:xfrm>
          <a:prstGeom prst="rect">
            <a:avLst/>
          </a:prstGeom>
          <a:gradFill>
            <a:gsLst>
              <a:gs pos="0">
                <a:schemeClr val="accent1"/>
              </a:gs>
              <a:gs pos="100000">
                <a:schemeClr val="accent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55"/>
          <p:cNvSpPr txBox="1"/>
          <p:nvPr/>
        </p:nvSpPr>
        <p:spPr>
          <a:xfrm>
            <a:off x="2563925" y="1460700"/>
            <a:ext cx="4016100" cy="33702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DO10960-SP23739	</a:t>
            </a:r>
            <a:endParaRPr sz="1800">
              <a:solidFill>
                <a:schemeClr val="dk1"/>
              </a:solidFill>
              <a:latin typeface="Archivo"/>
              <a:ea typeface="Archivo"/>
              <a:cs typeface="Archivo"/>
              <a:sym typeface="Archivo"/>
            </a:endParaRPr>
          </a:p>
          <a:p>
            <a:pPr marL="457200" lvl="0"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DO13474-SP28581	</a:t>
            </a:r>
            <a:endParaRPr sz="1800">
              <a:solidFill>
                <a:schemeClr val="dk1"/>
              </a:solidFill>
              <a:latin typeface="Archivo"/>
              <a:ea typeface="Archivo"/>
              <a:cs typeface="Archivo"/>
              <a:sym typeface="Archivo"/>
            </a:endParaRPr>
          </a:p>
          <a:p>
            <a:pPr marL="457200" lvl="0"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DO219945-SP121763</a:t>
            </a:r>
            <a:endParaRPr sz="1800">
              <a:solidFill>
                <a:schemeClr val="dk1"/>
              </a:solidFill>
              <a:latin typeface="Archivo"/>
              <a:ea typeface="Archivo"/>
              <a:cs typeface="Archivo"/>
              <a:sym typeface="Archivo"/>
            </a:endParaRPr>
          </a:p>
          <a:p>
            <a:pPr marL="457200" lvl="0"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DO10970-SP23754	</a:t>
            </a:r>
            <a:endParaRPr sz="1800">
              <a:solidFill>
                <a:schemeClr val="dk1"/>
              </a:solidFill>
              <a:latin typeface="Archivo"/>
              <a:ea typeface="Archivo"/>
              <a:cs typeface="Archivo"/>
              <a:sym typeface="Archivo"/>
            </a:endParaRPr>
          </a:p>
          <a:p>
            <a:pPr marL="457200" lvl="0"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DO14049-SP29697	</a:t>
            </a:r>
            <a:endParaRPr sz="1800">
              <a:solidFill>
                <a:schemeClr val="dk1"/>
              </a:solidFill>
              <a:latin typeface="Archivo"/>
              <a:ea typeface="Archivo"/>
              <a:cs typeface="Archivo"/>
              <a:sym typeface="Archivo"/>
            </a:endParaRPr>
          </a:p>
          <a:p>
            <a:pPr marL="457200" lvl="0"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DO219949-SP121774</a:t>
            </a:r>
            <a:endParaRPr sz="1800">
              <a:solidFill>
                <a:schemeClr val="dk1"/>
              </a:solidFill>
              <a:latin typeface="Archivo"/>
              <a:ea typeface="Archivo"/>
              <a:cs typeface="Archivo"/>
              <a:sym typeface="Archivo"/>
            </a:endParaRPr>
          </a:p>
          <a:p>
            <a:pPr marL="457200" lvl="0"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DO11447-SP24708	</a:t>
            </a:r>
            <a:endParaRPr sz="1800">
              <a:solidFill>
                <a:schemeClr val="dk1"/>
              </a:solidFill>
              <a:latin typeface="Archivo"/>
              <a:ea typeface="Archivo"/>
              <a:cs typeface="Archivo"/>
              <a:sym typeface="Archivo"/>
            </a:endParaRPr>
          </a:p>
          <a:p>
            <a:pPr marL="457200" lvl="0"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DO218742-SP117983</a:t>
            </a:r>
            <a:endParaRPr sz="1800">
              <a:solidFill>
                <a:schemeClr val="dk1"/>
              </a:solidFill>
              <a:latin typeface="Archivo"/>
              <a:ea typeface="Archivo"/>
              <a:cs typeface="Archivo"/>
              <a:sym typeface="Archivo"/>
            </a:endParaRPr>
          </a:p>
          <a:p>
            <a:pPr marL="457200" lvl="0"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DO13348-SP28335	</a:t>
            </a:r>
            <a:endParaRPr sz="1800">
              <a:solidFill>
                <a:schemeClr val="dk1"/>
              </a:solidFill>
              <a:latin typeface="Archivo"/>
              <a:ea typeface="Archivo"/>
              <a:cs typeface="Archivo"/>
              <a:sym typeface="Archivo"/>
            </a:endParaRPr>
          </a:p>
          <a:p>
            <a:pPr marL="457200" lvl="0"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DO219944-SP121761	</a:t>
            </a:r>
            <a:endParaRPr sz="1800">
              <a:solidFill>
                <a:schemeClr val="dk1"/>
              </a:solidFill>
              <a:latin typeface="Archivo"/>
              <a:ea typeface="Archivo"/>
              <a:cs typeface="Archivo"/>
              <a:sym typeface="Archiv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56"/>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Identifying</a:t>
            </a:r>
            <a:r>
              <a:rPr lang="en">
                <a:latin typeface="Archivo"/>
                <a:ea typeface="Archivo"/>
                <a:cs typeface="Archivo"/>
                <a:sym typeface="Archivo"/>
              </a:rPr>
              <a:t> </a:t>
            </a:r>
            <a:r>
              <a:rPr lang="en"/>
              <a:t>Structural Variants</a:t>
            </a:r>
            <a:endParaRPr/>
          </a:p>
        </p:txBody>
      </p:sp>
      <p:sp>
        <p:nvSpPr>
          <p:cNvPr id="452" name="Google Shape;452;p56"/>
          <p:cNvSpPr/>
          <p:nvPr/>
        </p:nvSpPr>
        <p:spPr>
          <a:xfrm>
            <a:off x="713100" y="1112200"/>
            <a:ext cx="7717800" cy="61500"/>
          </a:xfrm>
          <a:prstGeom prst="rect">
            <a:avLst/>
          </a:prstGeom>
          <a:gradFill>
            <a:gsLst>
              <a:gs pos="0">
                <a:schemeClr val="accent1"/>
              </a:gs>
              <a:gs pos="100000">
                <a:schemeClr val="accent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56"/>
          <p:cNvSpPr txBox="1"/>
          <p:nvPr/>
        </p:nvSpPr>
        <p:spPr>
          <a:xfrm>
            <a:off x="871350" y="1425625"/>
            <a:ext cx="7351200" cy="33117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From the PCAWG data, we used Unix to extract all discordant edges from the relevant amplicon graph file in each dataset. </a:t>
            </a:r>
            <a:endParaRPr sz="1800">
              <a:solidFill>
                <a:schemeClr val="dk1"/>
              </a:solidFill>
              <a:latin typeface="Archivo"/>
              <a:ea typeface="Archivo"/>
              <a:cs typeface="Archivo"/>
              <a:sym typeface="Archivo"/>
            </a:endParaRPr>
          </a:p>
          <a:p>
            <a:pPr marL="457200" lvl="0" indent="0" algn="l" rtl="0">
              <a:spcBef>
                <a:spcPts val="0"/>
              </a:spcBef>
              <a:spcAft>
                <a:spcPts val="0"/>
              </a:spcAft>
              <a:buNone/>
            </a:pPr>
            <a:endParaRPr sz="1800">
              <a:solidFill>
                <a:schemeClr val="dk1"/>
              </a:solidFill>
              <a:latin typeface="Archivo"/>
              <a:ea typeface="Archivo"/>
              <a:cs typeface="Archivo"/>
              <a:sym typeface="Archiv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57"/>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Extracting</a:t>
            </a:r>
            <a:r>
              <a:rPr lang="en">
                <a:latin typeface="Archivo"/>
                <a:ea typeface="Archivo"/>
                <a:cs typeface="Archivo"/>
                <a:sym typeface="Archivo"/>
              </a:rPr>
              <a:t> </a:t>
            </a:r>
            <a:r>
              <a:rPr lang="en"/>
              <a:t>Discordant Edges</a:t>
            </a:r>
            <a:endParaRPr/>
          </a:p>
        </p:txBody>
      </p:sp>
      <p:sp>
        <p:nvSpPr>
          <p:cNvPr id="459" name="Google Shape;459;p57"/>
          <p:cNvSpPr/>
          <p:nvPr/>
        </p:nvSpPr>
        <p:spPr>
          <a:xfrm>
            <a:off x="713100" y="1112200"/>
            <a:ext cx="7717800" cy="61500"/>
          </a:xfrm>
          <a:prstGeom prst="rect">
            <a:avLst/>
          </a:prstGeom>
          <a:gradFill>
            <a:gsLst>
              <a:gs pos="0">
                <a:schemeClr val="accent1"/>
              </a:gs>
              <a:gs pos="100000">
                <a:schemeClr val="accent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60" name="Google Shape;460;p57"/>
          <p:cNvPicPr preferRelativeResize="0"/>
          <p:nvPr/>
        </p:nvPicPr>
        <p:blipFill>
          <a:blip r:embed="rId3">
            <a:alphaModFix/>
          </a:blip>
          <a:stretch>
            <a:fillRect/>
          </a:stretch>
        </p:blipFill>
        <p:spPr>
          <a:xfrm>
            <a:off x="291675" y="1290875"/>
            <a:ext cx="8560651" cy="36650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464"/>
        <p:cNvGrpSpPr/>
        <p:nvPr/>
      </p:nvGrpSpPr>
      <p:grpSpPr>
        <a:xfrm>
          <a:off x="0" y="0"/>
          <a:ext cx="0" cy="0"/>
          <a:chOff x="0" y="0"/>
          <a:chExt cx="0" cy="0"/>
        </a:xfrm>
      </p:grpSpPr>
      <p:sp>
        <p:nvSpPr>
          <p:cNvPr id="465" name="Google Shape;465;p58"/>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Clustering</a:t>
            </a:r>
            <a:r>
              <a:rPr lang="en">
                <a:latin typeface="Archivo"/>
                <a:ea typeface="Archivo"/>
                <a:cs typeface="Archivo"/>
                <a:sym typeface="Archivo"/>
              </a:rPr>
              <a:t> </a:t>
            </a:r>
            <a:r>
              <a:rPr lang="en"/>
              <a:t>Discordant Edges</a:t>
            </a:r>
            <a:endParaRPr/>
          </a:p>
        </p:txBody>
      </p:sp>
      <p:sp>
        <p:nvSpPr>
          <p:cNvPr id="466" name="Google Shape;466;p58"/>
          <p:cNvSpPr/>
          <p:nvPr/>
        </p:nvSpPr>
        <p:spPr>
          <a:xfrm>
            <a:off x="713100" y="1112200"/>
            <a:ext cx="7717800" cy="61500"/>
          </a:xfrm>
          <a:prstGeom prst="rect">
            <a:avLst/>
          </a:prstGeom>
          <a:gradFill>
            <a:gsLst>
              <a:gs pos="0">
                <a:schemeClr val="accent1"/>
              </a:gs>
              <a:gs pos="100000">
                <a:schemeClr val="accent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58"/>
          <p:cNvSpPr txBox="1"/>
          <p:nvPr/>
        </p:nvSpPr>
        <p:spPr>
          <a:xfrm>
            <a:off x="896375" y="1273225"/>
            <a:ext cx="7351200" cy="33117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We used a cutoff of 1000 base pairs to cluster edges into the file "clustered_edges.tsv", with the program, "cluster_edges.py" much like in our assignment for class</a:t>
            </a:r>
            <a:endParaRPr sz="1800">
              <a:solidFill>
                <a:schemeClr val="dk1"/>
              </a:solidFill>
              <a:latin typeface="Archivo"/>
              <a:ea typeface="Archivo"/>
              <a:cs typeface="Archivo"/>
              <a:sym typeface="Archivo"/>
            </a:endParaRPr>
          </a:p>
          <a:p>
            <a:pPr marL="457200" lvl="0"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This resulted in 1298 edges becoming 1248 clusters, indicating that we had many unique edges</a:t>
            </a:r>
            <a:endParaRPr sz="1800">
              <a:solidFill>
                <a:schemeClr val="dk1"/>
              </a:solidFill>
              <a:latin typeface="Archivo"/>
              <a:ea typeface="Archivo"/>
              <a:cs typeface="Archivo"/>
              <a:sym typeface="Archivo"/>
            </a:endParaRPr>
          </a:p>
          <a:p>
            <a:pPr marL="457200" lvl="0"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The file "clustered_edges.tsv" stores information about each edge: Chromosome, Location, and Direction of each endpoint, as well as frequency of that edge after clustering</a:t>
            </a:r>
            <a:endParaRPr sz="1800">
              <a:solidFill>
                <a:schemeClr val="dk1"/>
              </a:solidFill>
              <a:latin typeface="Archivo"/>
              <a:ea typeface="Archivo"/>
              <a:cs typeface="Archivo"/>
              <a:sym typeface="Archivo"/>
            </a:endParaRPr>
          </a:p>
          <a:p>
            <a:pPr marL="457200" lvl="0" indent="0" algn="l" rtl="0">
              <a:spcBef>
                <a:spcPts val="0"/>
              </a:spcBef>
              <a:spcAft>
                <a:spcPts val="0"/>
              </a:spcAft>
              <a:buNone/>
            </a:pPr>
            <a:endParaRPr sz="1800">
              <a:solidFill>
                <a:schemeClr val="dk1"/>
              </a:solidFill>
              <a:latin typeface="Archivo"/>
              <a:ea typeface="Archivo"/>
              <a:cs typeface="Archivo"/>
              <a:sym typeface="Archivo"/>
            </a:endParaRPr>
          </a:p>
        </p:txBody>
      </p:sp>
      <p:pic>
        <p:nvPicPr>
          <p:cNvPr id="468" name="Google Shape;468;p58" title="Screenshot 2025-06-02 at 20.18.48.png"/>
          <p:cNvPicPr preferRelativeResize="0"/>
          <p:nvPr/>
        </p:nvPicPr>
        <p:blipFill>
          <a:blip r:embed="rId3">
            <a:alphaModFix/>
          </a:blip>
          <a:stretch>
            <a:fillRect/>
          </a:stretch>
        </p:blipFill>
        <p:spPr>
          <a:xfrm>
            <a:off x="1685925" y="3600325"/>
            <a:ext cx="4972051" cy="14098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59"/>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Archivo"/>
                <a:ea typeface="Archivo"/>
                <a:cs typeface="Archivo"/>
                <a:sym typeface="Archivo"/>
              </a:rPr>
              <a:t>Filtering </a:t>
            </a:r>
            <a:endParaRPr>
              <a:latin typeface="Archivo"/>
              <a:ea typeface="Archivo"/>
              <a:cs typeface="Archivo"/>
              <a:sym typeface="Archivo"/>
            </a:endParaRPr>
          </a:p>
        </p:txBody>
      </p:sp>
      <p:sp>
        <p:nvSpPr>
          <p:cNvPr id="474" name="Google Shape;474;p59"/>
          <p:cNvSpPr/>
          <p:nvPr/>
        </p:nvSpPr>
        <p:spPr>
          <a:xfrm>
            <a:off x="713100" y="1112200"/>
            <a:ext cx="7717800" cy="61500"/>
          </a:xfrm>
          <a:prstGeom prst="rect">
            <a:avLst/>
          </a:prstGeom>
          <a:gradFill>
            <a:gsLst>
              <a:gs pos="0">
                <a:schemeClr val="accent1"/>
              </a:gs>
              <a:gs pos="100000">
                <a:schemeClr val="accent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59"/>
          <p:cNvSpPr txBox="1"/>
          <p:nvPr/>
        </p:nvSpPr>
        <p:spPr>
          <a:xfrm>
            <a:off x="871350" y="1425625"/>
            <a:ext cx="4284000" cy="33117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For better visualization and better MDM2 relevance, we wanted to examine only the edges that originated or terminated near MDM2. </a:t>
            </a:r>
            <a:endParaRPr sz="1800">
              <a:solidFill>
                <a:schemeClr val="dk1"/>
              </a:solidFill>
              <a:latin typeface="Archivo"/>
              <a:ea typeface="Archivo"/>
              <a:cs typeface="Archivo"/>
              <a:sym typeface="Archivo"/>
            </a:endParaRPr>
          </a:p>
          <a:p>
            <a:pPr marL="457200" lvl="0"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We therefore filtered out the clusters that were far from MDM2 (not in the range 69000000-69300000) using "filter_edges.py"</a:t>
            </a:r>
            <a:endParaRPr sz="1800">
              <a:solidFill>
                <a:schemeClr val="dk1"/>
              </a:solidFill>
              <a:latin typeface="Archivo"/>
              <a:ea typeface="Archivo"/>
              <a:cs typeface="Archivo"/>
              <a:sym typeface="Archivo"/>
            </a:endParaRPr>
          </a:p>
          <a:p>
            <a:pPr marL="457200" lvl="0" indent="0" algn="l" rtl="0">
              <a:spcBef>
                <a:spcPts val="0"/>
              </a:spcBef>
              <a:spcAft>
                <a:spcPts val="0"/>
              </a:spcAft>
              <a:buNone/>
            </a:pPr>
            <a:endParaRPr sz="1800">
              <a:solidFill>
                <a:schemeClr val="dk1"/>
              </a:solidFill>
              <a:latin typeface="Archivo"/>
              <a:ea typeface="Archivo"/>
              <a:cs typeface="Archivo"/>
              <a:sym typeface="Archivo"/>
            </a:endParaRPr>
          </a:p>
        </p:txBody>
      </p:sp>
      <p:pic>
        <p:nvPicPr>
          <p:cNvPr id="476" name="Google Shape;476;p59" title="Screenshot 2025-06-02 at 19.28.07.png"/>
          <p:cNvPicPr preferRelativeResize="0"/>
          <p:nvPr/>
        </p:nvPicPr>
        <p:blipFill>
          <a:blip r:embed="rId3">
            <a:alphaModFix/>
          </a:blip>
          <a:stretch>
            <a:fillRect/>
          </a:stretch>
        </p:blipFill>
        <p:spPr>
          <a:xfrm>
            <a:off x="5204275" y="1425625"/>
            <a:ext cx="3787325" cy="30877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60"/>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latin typeface="Archivo"/>
                <a:ea typeface="Archivo"/>
                <a:cs typeface="Archivo"/>
                <a:sym typeface="Archivo"/>
              </a:rPr>
              <a:t>Identifying </a:t>
            </a:r>
            <a:r>
              <a:rPr lang="en"/>
              <a:t>Structural Variants</a:t>
            </a:r>
            <a:endParaRPr/>
          </a:p>
        </p:txBody>
      </p:sp>
      <p:sp>
        <p:nvSpPr>
          <p:cNvPr id="482" name="Google Shape;482;p60"/>
          <p:cNvSpPr/>
          <p:nvPr/>
        </p:nvSpPr>
        <p:spPr>
          <a:xfrm>
            <a:off x="713100" y="1112200"/>
            <a:ext cx="7717800" cy="61500"/>
          </a:xfrm>
          <a:prstGeom prst="rect">
            <a:avLst/>
          </a:prstGeom>
          <a:gradFill>
            <a:gsLst>
              <a:gs pos="0">
                <a:schemeClr val="accent1"/>
              </a:gs>
              <a:gs pos="100000">
                <a:schemeClr val="accent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60"/>
          <p:cNvSpPr txBox="1"/>
          <p:nvPr/>
        </p:nvSpPr>
        <p:spPr>
          <a:xfrm>
            <a:off x="713225" y="1322000"/>
            <a:ext cx="7351200" cy="3421500"/>
          </a:xfrm>
          <a:prstGeom prst="rect">
            <a:avLst/>
          </a:prstGeom>
          <a:noFill/>
          <a:ln>
            <a:noFill/>
          </a:ln>
        </p:spPr>
        <p:txBody>
          <a:bodyPr spcFirstLastPara="1" wrap="square" lIns="91425" tIns="91425" rIns="91425" bIns="91425" anchor="t" anchorCtr="0">
            <a:noAutofit/>
          </a:bodyPr>
          <a:lstStyle/>
          <a:p>
            <a:pPr marL="457200" lvl="0" indent="-323850" algn="l" rtl="0">
              <a:spcBef>
                <a:spcPts val="0"/>
              </a:spcBef>
              <a:spcAft>
                <a:spcPts val="0"/>
              </a:spcAft>
              <a:buClr>
                <a:schemeClr val="dk1"/>
              </a:buClr>
              <a:buSzPts val="1500"/>
              <a:buFont typeface="Archivo"/>
              <a:buChar char="●"/>
            </a:pPr>
            <a:r>
              <a:rPr lang="en" sz="1500">
                <a:solidFill>
                  <a:schemeClr val="dk1"/>
                </a:solidFill>
                <a:latin typeface="Archivo"/>
                <a:ea typeface="Archivo"/>
                <a:cs typeface="Archivo"/>
                <a:sym typeface="Archivo"/>
              </a:rPr>
              <a:t>Parsed “filtered_edges.tsv" to identify SVs from filtered discordant edges</a:t>
            </a:r>
            <a:endParaRPr sz="1500">
              <a:solidFill>
                <a:schemeClr val="dk1"/>
              </a:solidFill>
              <a:latin typeface="Archivo"/>
              <a:ea typeface="Archivo"/>
              <a:cs typeface="Archivo"/>
              <a:sym typeface="Archivo"/>
            </a:endParaRPr>
          </a:p>
          <a:p>
            <a:pPr marL="0" lvl="0" indent="0" algn="l" rtl="0">
              <a:spcBef>
                <a:spcPts val="0"/>
              </a:spcBef>
              <a:spcAft>
                <a:spcPts val="0"/>
              </a:spcAft>
              <a:buNone/>
            </a:pPr>
            <a:endParaRPr sz="700">
              <a:solidFill>
                <a:schemeClr val="dk1"/>
              </a:solidFill>
              <a:latin typeface="Archivo"/>
              <a:ea typeface="Archivo"/>
              <a:cs typeface="Archivo"/>
              <a:sym typeface="Archivo"/>
            </a:endParaRPr>
          </a:p>
          <a:p>
            <a:pPr marL="457200" lvl="0" indent="-323850" algn="l" rtl="0">
              <a:spcBef>
                <a:spcPts val="0"/>
              </a:spcBef>
              <a:spcAft>
                <a:spcPts val="0"/>
              </a:spcAft>
              <a:buClr>
                <a:schemeClr val="dk1"/>
              </a:buClr>
              <a:buSzPts val="1500"/>
              <a:buFont typeface="Archivo"/>
              <a:buChar char="●"/>
            </a:pPr>
            <a:r>
              <a:rPr lang="en" sz="1500">
                <a:solidFill>
                  <a:schemeClr val="dk1"/>
                </a:solidFill>
                <a:latin typeface="Archivo"/>
                <a:ea typeface="Archivo"/>
                <a:cs typeface="Archivo"/>
                <a:sym typeface="Archivo"/>
              </a:rPr>
              <a:t>32 inversions, 16 circularizations, 6 translocations, 17 deletions</a:t>
            </a:r>
            <a:endParaRPr sz="1500">
              <a:solidFill>
                <a:schemeClr val="dk1"/>
              </a:solidFill>
              <a:latin typeface="Archivo"/>
              <a:ea typeface="Archivo"/>
              <a:cs typeface="Archivo"/>
              <a:sym typeface="Archivo"/>
            </a:endParaRPr>
          </a:p>
          <a:p>
            <a:pPr marL="0" lvl="0" indent="0" algn="l" rtl="0">
              <a:spcBef>
                <a:spcPts val="0"/>
              </a:spcBef>
              <a:spcAft>
                <a:spcPts val="0"/>
              </a:spcAft>
              <a:buNone/>
            </a:pPr>
            <a:endParaRPr sz="700">
              <a:solidFill>
                <a:schemeClr val="dk1"/>
              </a:solidFill>
              <a:latin typeface="Archivo"/>
              <a:ea typeface="Archivo"/>
              <a:cs typeface="Archivo"/>
              <a:sym typeface="Archivo"/>
            </a:endParaRPr>
          </a:p>
          <a:p>
            <a:pPr marL="457200" lvl="0" indent="-323850" algn="l" rtl="0">
              <a:spcBef>
                <a:spcPts val="0"/>
              </a:spcBef>
              <a:spcAft>
                <a:spcPts val="0"/>
              </a:spcAft>
              <a:buClr>
                <a:schemeClr val="dk1"/>
              </a:buClr>
              <a:buSzPts val="1500"/>
              <a:buFont typeface="Archivo"/>
              <a:buChar char="●"/>
            </a:pPr>
            <a:r>
              <a:rPr lang="en" sz="1500">
                <a:solidFill>
                  <a:schemeClr val="dk1"/>
                </a:solidFill>
                <a:latin typeface="Archivo"/>
                <a:ea typeface="Archivo"/>
                <a:cs typeface="Archivo"/>
                <a:sym typeface="Archivo"/>
              </a:rPr>
              <a:t>Used edge signs for identification:</a:t>
            </a:r>
            <a:endParaRPr sz="1500">
              <a:solidFill>
                <a:schemeClr val="dk1"/>
              </a:solidFill>
              <a:latin typeface="Archivo"/>
              <a:ea typeface="Archivo"/>
              <a:cs typeface="Archivo"/>
              <a:sym typeface="Archivo"/>
            </a:endParaRPr>
          </a:p>
          <a:p>
            <a:pPr marL="914400" lvl="1" indent="-323850" algn="l" rtl="0">
              <a:spcBef>
                <a:spcPts val="0"/>
              </a:spcBef>
              <a:spcAft>
                <a:spcPts val="0"/>
              </a:spcAft>
              <a:buClr>
                <a:schemeClr val="dk1"/>
              </a:buClr>
              <a:buSzPts val="1500"/>
              <a:buFont typeface="Archivo"/>
              <a:buChar char="○"/>
            </a:pPr>
            <a:r>
              <a:rPr lang="en" sz="1500" u="sng">
                <a:solidFill>
                  <a:schemeClr val="dk1"/>
                </a:solidFill>
                <a:latin typeface="Archivo"/>
                <a:ea typeface="Archivo"/>
                <a:cs typeface="Archivo"/>
                <a:sym typeface="Archivo"/>
              </a:rPr>
              <a:t>Translocation</a:t>
            </a:r>
            <a:r>
              <a:rPr lang="en" sz="1500">
                <a:solidFill>
                  <a:schemeClr val="dk1"/>
                </a:solidFill>
                <a:latin typeface="Archivo"/>
                <a:ea typeface="Archivo"/>
                <a:cs typeface="Archivo"/>
                <a:sym typeface="Archivo"/>
              </a:rPr>
              <a:t> = (+/-) and different start/end chromosomes</a:t>
            </a:r>
            <a:endParaRPr sz="1500">
              <a:solidFill>
                <a:schemeClr val="dk1"/>
              </a:solidFill>
              <a:latin typeface="Archivo"/>
              <a:ea typeface="Archivo"/>
              <a:cs typeface="Archivo"/>
              <a:sym typeface="Archivo"/>
            </a:endParaRPr>
          </a:p>
          <a:p>
            <a:pPr marL="914400" lvl="1" indent="-323850" algn="l" rtl="0">
              <a:spcBef>
                <a:spcPts val="0"/>
              </a:spcBef>
              <a:spcAft>
                <a:spcPts val="0"/>
              </a:spcAft>
              <a:buClr>
                <a:schemeClr val="dk1"/>
              </a:buClr>
              <a:buSzPts val="1500"/>
              <a:buFont typeface="Archivo"/>
              <a:buChar char="○"/>
            </a:pPr>
            <a:r>
              <a:rPr lang="en" sz="1500" u="sng">
                <a:solidFill>
                  <a:schemeClr val="dk1"/>
                </a:solidFill>
                <a:latin typeface="Archivo"/>
                <a:ea typeface="Archivo"/>
                <a:cs typeface="Archivo"/>
                <a:sym typeface="Archivo"/>
              </a:rPr>
              <a:t>Deletion</a:t>
            </a:r>
            <a:r>
              <a:rPr lang="en" sz="1500">
                <a:solidFill>
                  <a:schemeClr val="dk1"/>
                </a:solidFill>
                <a:latin typeface="Archivo"/>
                <a:ea typeface="Archivo"/>
                <a:cs typeface="Archivo"/>
                <a:sym typeface="Archivo"/>
              </a:rPr>
              <a:t> = (+/-) within same chromosome</a:t>
            </a:r>
            <a:endParaRPr sz="1500">
              <a:solidFill>
                <a:schemeClr val="dk1"/>
              </a:solidFill>
              <a:latin typeface="Archivo"/>
              <a:ea typeface="Archivo"/>
              <a:cs typeface="Archivo"/>
              <a:sym typeface="Archivo"/>
            </a:endParaRPr>
          </a:p>
          <a:p>
            <a:pPr marL="914400" lvl="1" indent="-323850" algn="l" rtl="0">
              <a:spcBef>
                <a:spcPts val="0"/>
              </a:spcBef>
              <a:spcAft>
                <a:spcPts val="0"/>
              </a:spcAft>
              <a:buClr>
                <a:schemeClr val="dk1"/>
              </a:buClr>
              <a:buSzPts val="1500"/>
              <a:buFont typeface="Archivo"/>
              <a:buChar char="○"/>
            </a:pPr>
            <a:r>
              <a:rPr lang="en" sz="1500" u="sng">
                <a:solidFill>
                  <a:schemeClr val="dk1"/>
                </a:solidFill>
                <a:latin typeface="Archivo"/>
                <a:ea typeface="Archivo"/>
                <a:cs typeface="Archivo"/>
                <a:sym typeface="Archivo"/>
              </a:rPr>
              <a:t>Inversion</a:t>
            </a:r>
            <a:endParaRPr sz="1500" u="sng">
              <a:solidFill>
                <a:schemeClr val="dk1"/>
              </a:solidFill>
              <a:latin typeface="Archivo"/>
              <a:ea typeface="Archivo"/>
              <a:cs typeface="Archivo"/>
              <a:sym typeface="Archivo"/>
            </a:endParaRPr>
          </a:p>
          <a:p>
            <a:pPr marL="1371600" lvl="2" indent="-323850" algn="l" rtl="0">
              <a:spcBef>
                <a:spcPts val="0"/>
              </a:spcBef>
              <a:spcAft>
                <a:spcPts val="0"/>
              </a:spcAft>
              <a:buClr>
                <a:schemeClr val="dk1"/>
              </a:buClr>
              <a:buSzPts val="1500"/>
              <a:buFont typeface="Archivo"/>
              <a:buChar char="■"/>
            </a:pPr>
            <a:r>
              <a:rPr lang="en" sz="1500">
                <a:solidFill>
                  <a:schemeClr val="dk1"/>
                </a:solidFill>
                <a:latin typeface="Archivo"/>
                <a:ea typeface="Archivo"/>
                <a:cs typeface="Archivo"/>
                <a:sym typeface="Archivo"/>
              </a:rPr>
              <a:t>Right foldback (+/+)</a:t>
            </a:r>
            <a:endParaRPr sz="1500">
              <a:solidFill>
                <a:schemeClr val="dk1"/>
              </a:solidFill>
              <a:latin typeface="Archivo"/>
              <a:ea typeface="Archivo"/>
              <a:cs typeface="Archivo"/>
              <a:sym typeface="Archivo"/>
            </a:endParaRPr>
          </a:p>
          <a:p>
            <a:pPr marL="1371600" lvl="2" indent="-323850" algn="l" rtl="0">
              <a:spcBef>
                <a:spcPts val="0"/>
              </a:spcBef>
              <a:spcAft>
                <a:spcPts val="0"/>
              </a:spcAft>
              <a:buClr>
                <a:schemeClr val="dk1"/>
              </a:buClr>
              <a:buSzPts val="1500"/>
              <a:buFont typeface="Archivo"/>
              <a:buChar char="■"/>
            </a:pPr>
            <a:r>
              <a:rPr lang="en" sz="1500">
                <a:solidFill>
                  <a:schemeClr val="dk1"/>
                </a:solidFill>
                <a:latin typeface="Archivo"/>
                <a:ea typeface="Archivo"/>
                <a:cs typeface="Archivo"/>
                <a:sym typeface="Archivo"/>
              </a:rPr>
              <a:t>Left foldback (-/-)</a:t>
            </a:r>
            <a:endParaRPr sz="1500">
              <a:solidFill>
                <a:schemeClr val="dk1"/>
              </a:solidFill>
              <a:latin typeface="Archivo"/>
              <a:ea typeface="Archivo"/>
              <a:cs typeface="Archivo"/>
              <a:sym typeface="Archivo"/>
            </a:endParaRPr>
          </a:p>
          <a:p>
            <a:pPr marL="914400" lvl="1" indent="-323850" algn="l" rtl="0">
              <a:spcBef>
                <a:spcPts val="0"/>
              </a:spcBef>
              <a:spcAft>
                <a:spcPts val="0"/>
              </a:spcAft>
              <a:buClr>
                <a:schemeClr val="dk1"/>
              </a:buClr>
              <a:buSzPts val="1500"/>
              <a:buFont typeface="Archivo"/>
              <a:buChar char="○"/>
            </a:pPr>
            <a:r>
              <a:rPr lang="en" sz="1500" u="sng">
                <a:solidFill>
                  <a:schemeClr val="dk1"/>
                </a:solidFill>
                <a:latin typeface="Archivo"/>
                <a:ea typeface="Archivo"/>
                <a:cs typeface="Archivo"/>
                <a:sym typeface="Archivo"/>
              </a:rPr>
              <a:t>Circularization</a:t>
            </a:r>
            <a:r>
              <a:rPr lang="en" sz="1500">
                <a:solidFill>
                  <a:schemeClr val="dk1"/>
                </a:solidFill>
                <a:latin typeface="Archivo"/>
                <a:ea typeface="Archivo"/>
                <a:cs typeface="Archivo"/>
                <a:sym typeface="Archivo"/>
              </a:rPr>
              <a:t> = (-/+)</a:t>
            </a:r>
            <a:endParaRPr sz="1500">
              <a:solidFill>
                <a:schemeClr val="dk1"/>
              </a:solidFill>
              <a:latin typeface="Archivo"/>
              <a:ea typeface="Archivo"/>
              <a:cs typeface="Archivo"/>
              <a:sym typeface="Archivo"/>
            </a:endParaRPr>
          </a:p>
          <a:p>
            <a:pPr marL="457200" lvl="0" indent="0" algn="l" rtl="0">
              <a:spcBef>
                <a:spcPts val="0"/>
              </a:spcBef>
              <a:spcAft>
                <a:spcPts val="0"/>
              </a:spcAft>
              <a:buNone/>
            </a:pPr>
            <a:endParaRPr sz="1800">
              <a:solidFill>
                <a:schemeClr val="dk1"/>
              </a:solidFill>
              <a:latin typeface="Archivo"/>
              <a:ea typeface="Archivo"/>
              <a:cs typeface="Archivo"/>
              <a:sym typeface="Archivo"/>
            </a:endParaRPr>
          </a:p>
        </p:txBody>
      </p:sp>
      <p:cxnSp>
        <p:nvCxnSpPr>
          <p:cNvPr id="484" name="Google Shape;484;p60"/>
          <p:cNvCxnSpPr/>
          <p:nvPr/>
        </p:nvCxnSpPr>
        <p:spPr>
          <a:xfrm flipH="1">
            <a:off x="4269000" y="2390775"/>
            <a:ext cx="2779500" cy="2096400"/>
          </a:xfrm>
          <a:prstGeom prst="straightConnector1">
            <a:avLst/>
          </a:prstGeom>
          <a:noFill/>
          <a:ln w="9525" cap="flat" cmpd="sng">
            <a:solidFill>
              <a:schemeClr val="dk1"/>
            </a:solidFill>
            <a:prstDash val="solid"/>
            <a:round/>
            <a:headEnd type="none" w="med" len="med"/>
            <a:tailEnd type="none" w="med" len="med"/>
          </a:ln>
        </p:spPr>
      </p:cxnSp>
      <p:cxnSp>
        <p:nvCxnSpPr>
          <p:cNvPr id="485" name="Google Shape;485;p60"/>
          <p:cNvCxnSpPr/>
          <p:nvPr/>
        </p:nvCxnSpPr>
        <p:spPr>
          <a:xfrm flipH="1">
            <a:off x="6942850" y="2544250"/>
            <a:ext cx="114600" cy="1948500"/>
          </a:xfrm>
          <a:prstGeom prst="straightConnector1">
            <a:avLst/>
          </a:prstGeom>
          <a:noFill/>
          <a:ln w="9525" cap="flat" cmpd="sng">
            <a:solidFill>
              <a:schemeClr val="dk1"/>
            </a:solidFill>
            <a:prstDash val="solid"/>
            <a:round/>
            <a:headEnd type="none" w="med" len="med"/>
            <a:tailEnd type="none" w="med" len="med"/>
          </a:ln>
        </p:spPr>
      </p:cxnSp>
      <p:pic>
        <p:nvPicPr>
          <p:cNvPr id="486" name="Google Shape;486;p60"/>
          <p:cNvPicPr preferRelativeResize="0"/>
          <p:nvPr/>
        </p:nvPicPr>
        <p:blipFill>
          <a:blip r:embed="rId3">
            <a:alphaModFix/>
          </a:blip>
          <a:stretch>
            <a:fillRect/>
          </a:stretch>
        </p:blipFill>
        <p:spPr>
          <a:xfrm>
            <a:off x="168575" y="3973412"/>
            <a:ext cx="3653463" cy="850125"/>
          </a:xfrm>
          <a:prstGeom prst="rect">
            <a:avLst/>
          </a:prstGeom>
          <a:noFill/>
          <a:ln>
            <a:noFill/>
          </a:ln>
        </p:spPr>
      </p:pic>
      <p:pic>
        <p:nvPicPr>
          <p:cNvPr id="487" name="Google Shape;487;p60"/>
          <p:cNvPicPr preferRelativeResize="0"/>
          <p:nvPr/>
        </p:nvPicPr>
        <p:blipFill>
          <a:blip r:embed="rId4">
            <a:alphaModFix/>
          </a:blip>
          <a:stretch>
            <a:fillRect/>
          </a:stretch>
        </p:blipFill>
        <p:spPr>
          <a:xfrm>
            <a:off x="7043550" y="2043275"/>
            <a:ext cx="2029925" cy="3030041"/>
          </a:xfrm>
          <a:prstGeom prst="rect">
            <a:avLst/>
          </a:prstGeom>
          <a:noFill/>
          <a:ln>
            <a:noFill/>
          </a:ln>
        </p:spPr>
      </p:pic>
      <p:pic>
        <p:nvPicPr>
          <p:cNvPr id="488" name="Google Shape;488;p60"/>
          <p:cNvPicPr preferRelativeResize="0"/>
          <p:nvPr/>
        </p:nvPicPr>
        <p:blipFill rotWithShape="1">
          <a:blip r:embed="rId4">
            <a:alphaModFix/>
          </a:blip>
          <a:srcRect t="3384" r="12617" b="89075"/>
          <a:stretch/>
        </p:blipFill>
        <p:spPr>
          <a:xfrm>
            <a:off x="4262163" y="4478350"/>
            <a:ext cx="2679825" cy="34517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61"/>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Graphing </a:t>
            </a:r>
            <a:r>
              <a:rPr lang="en">
                <a:latin typeface="Archivo"/>
                <a:ea typeface="Archivo"/>
                <a:cs typeface="Archivo"/>
                <a:sym typeface="Archivo"/>
              </a:rPr>
              <a:t>Structural Variants</a:t>
            </a:r>
            <a:endParaRPr>
              <a:latin typeface="Archivo"/>
              <a:ea typeface="Archivo"/>
              <a:cs typeface="Archivo"/>
              <a:sym typeface="Archivo"/>
            </a:endParaRPr>
          </a:p>
        </p:txBody>
      </p:sp>
      <p:sp>
        <p:nvSpPr>
          <p:cNvPr id="494" name="Google Shape;494;p61"/>
          <p:cNvSpPr/>
          <p:nvPr/>
        </p:nvSpPr>
        <p:spPr>
          <a:xfrm>
            <a:off x="713100" y="1112200"/>
            <a:ext cx="7717800" cy="61500"/>
          </a:xfrm>
          <a:prstGeom prst="rect">
            <a:avLst/>
          </a:prstGeom>
          <a:gradFill>
            <a:gsLst>
              <a:gs pos="0">
                <a:schemeClr val="accent1"/>
              </a:gs>
              <a:gs pos="100000">
                <a:schemeClr val="accent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61"/>
          <p:cNvSpPr txBox="1"/>
          <p:nvPr/>
        </p:nvSpPr>
        <p:spPr>
          <a:xfrm>
            <a:off x="871350" y="1425625"/>
            <a:ext cx="7351200" cy="3311700"/>
          </a:xfrm>
          <a:prstGeom prst="rect">
            <a:avLst/>
          </a:prstGeom>
          <a:noFill/>
          <a:ln>
            <a:noFill/>
          </a:ln>
        </p:spPr>
        <p:txBody>
          <a:bodyPr spcFirstLastPara="1" wrap="square" lIns="91425" tIns="91425" rIns="91425" bIns="91425" anchor="t" anchorCtr="0">
            <a:noAutofit/>
          </a:bodyPr>
          <a:lstStyle/>
          <a:p>
            <a:pPr marL="457200" lvl="0"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Using the "filtered_edges.tsv" file from before, we also used "plot_graph.py" to plot arcs representing the discordant edges related to MDM2</a:t>
            </a:r>
            <a:endParaRPr sz="1800">
              <a:solidFill>
                <a:schemeClr val="dk1"/>
              </a:solidFill>
              <a:latin typeface="Archivo"/>
              <a:ea typeface="Archivo"/>
              <a:cs typeface="Archivo"/>
              <a:sym typeface="Archivo"/>
            </a:endParaRPr>
          </a:p>
          <a:p>
            <a:pPr marL="457200" lvl="0"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The height of the arc corresponds to the frequency of that edge occurring, and the color designates the type of edge: </a:t>
            </a:r>
            <a:endParaRPr sz="1800">
              <a:solidFill>
                <a:schemeClr val="dk1"/>
              </a:solidFill>
              <a:latin typeface="Archivo"/>
              <a:ea typeface="Archivo"/>
              <a:cs typeface="Archivo"/>
              <a:sym typeface="Archivo"/>
            </a:endParaRPr>
          </a:p>
          <a:p>
            <a:pPr marL="914400" lvl="1"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 Blue</a:t>
            </a:r>
            <a:endParaRPr sz="1800">
              <a:solidFill>
                <a:schemeClr val="dk1"/>
              </a:solidFill>
              <a:latin typeface="Archivo"/>
              <a:ea typeface="Archivo"/>
              <a:cs typeface="Archivo"/>
              <a:sym typeface="Archivo"/>
            </a:endParaRPr>
          </a:p>
          <a:p>
            <a:pPr marL="914400" lvl="1"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 Red</a:t>
            </a:r>
            <a:endParaRPr sz="1800">
              <a:solidFill>
                <a:schemeClr val="dk1"/>
              </a:solidFill>
              <a:latin typeface="Archivo"/>
              <a:ea typeface="Archivo"/>
              <a:cs typeface="Archivo"/>
              <a:sym typeface="Archivo"/>
            </a:endParaRPr>
          </a:p>
          <a:p>
            <a:pPr marL="914400" lvl="1"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 Brown</a:t>
            </a:r>
            <a:endParaRPr sz="1800">
              <a:solidFill>
                <a:schemeClr val="dk1"/>
              </a:solidFill>
              <a:latin typeface="Archivo"/>
              <a:ea typeface="Archivo"/>
              <a:cs typeface="Archivo"/>
              <a:sym typeface="Archivo"/>
            </a:endParaRPr>
          </a:p>
          <a:p>
            <a:pPr marL="914400" lvl="1" indent="-342900" algn="l" rtl="0">
              <a:spcBef>
                <a:spcPts val="0"/>
              </a:spcBef>
              <a:spcAft>
                <a:spcPts val="0"/>
              </a:spcAft>
              <a:buClr>
                <a:schemeClr val="dk1"/>
              </a:buClr>
              <a:buSzPts val="1800"/>
              <a:buFont typeface="Archivo"/>
              <a:buChar char="○"/>
            </a:pPr>
            <a:r>
              <a:rPr lang="en" sz="1800">
                <a:solidFill>
                  <a:schemeClr val="dk1"/>
                </a:solidFill>
                <a:latin typeface="Archivo"/>
                <a:ea typeface="Archivo"/>
                <a:cs typeface="Archivo"/>
                <a:sym typeface="Archivo"/>
              </a:rPr>
              <a:t>- -: Teal</a:t>
            </a:r>
            <a:endParaRPr sz="1800">
              <a:solidFill>
                <a:schemeClr val="dk1"/>
              </a:solidFill>
              <a:latin typeface="Archivo"/>
              <a:ea typeface="Archivo"/>
              <a:cs typeface="Archivo"/>
              <a:sym typeface="Archivo"/>
            </a:endParaRPr>
          </a:p>
          <a:p>
            <a:pPr marL="457200" lvl="0" indent="0" algn="l" rtl="0">
              <a:spcBef>
                <a:spcPts val="0"/>
              </a:spcBef>
              <a:spcAft>
                <a:spcPts val="0"/>
              </a:spcAft>
              <a:buNone/>
            </a:pPr>
            <a:endParaRPr sz="1800">
              <a:solidFill>
                <a:schemeClr val="dk1"/>
              </a:solidFill>
              <a:latin typeface="Archivo"/>
              <a:ea typeface="Archivo"/>
              <a:cs typeface="Archivo"/>
              <a:sym typeface="Archivo"/>
            </a:endParaRPr>
          </a:p>
          <a:p>
            <a:pPr marL="457200" lvl="0" indent="0" algn="l" rtl="0">
              <a:spcBef>
                <a:spcPts val="0"/>
              </a:spcBef>
              <a:spcAft>
                <a:spcPts val="0"/>
              </a:spcAft>
              <a:buNone/>
            </a:pPr>
            <a:endParaRPr sz="1800">
              <a:solidFill>
                <a:schemeClr val="dk1"/>
              </a:solidFill>
              <a:latin typeface="Archivo"/>
              <a:ea typeface="Archivo"/>
              <a:cs typeface="Archivo"/>
              <a:sym typeface="Archiv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62"/>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Graphing </a:t>
            </a:r>
            <a:r>
              <a:rPr lang="en">
                <a:latin typeface="Archivo"/>
                <a:ea typeface="Archivo"/>
                <a:cs typeface="Archivo"/>
                <a:sym typeface="Archivo"/>
              </a:rPr>
              <a:t>Structural Variants</a:t>
            </a:r>
            <a:endParaRPr>
              <a:latin typeface="Archivo"/>
              <a:ea typeface="Archivo"/>
              <a:cs typeface="Archivo"/>
              <a:sym typeface="Archivo"/>
            </a:endParaRPr>
          </a:p>
        </p:txBody>
      </p:sp>
      <p:sp>
        <p:nvSpPr>
          <p:cNvPr id="501" name="Google Shape;501;p62"/>
          <p:cNvSpPr/>
          <p:nvPr/>
        </p:nvSpPr>
        <p:spPr>
          <a:xfrm>
            <a:off x="713100" y="1112200"/>
            <a:ext cx="7717800" cy="61500"/>
          </a:xfrm>
          <a:prstGeom prst="rect">
            <a:avLst/>
          </a:prstGeom>
          <a:gradFill>
            <a:gsLst>
              <a:gs pos="0">
                <a:schemeClr val="accent1"/>
              </a:gs>
              <a:gs pos="100000">
                <a:schemeClr val="accent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02" name="Google Shape;502;p62" title="1000_Sashimi.png"/>
          <p:cNvPicPr preferRelativeResize="0"/>
          <p:nvPr/>
        </p:nvPicPr>
        <p:blipFill>
          <a:blip r:embed="rId3">
            <a:alphaModFix/>
          </a:blip>
          <a:stretch>
            <a:fillRect/>
          </a:stretch>
        </p:blipFill>
        <p:spPr>
          <a:xfrm>
            <a:off x="152375" y="1783300"/>
            <a:ext cx="8839200" cy="29464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pic>
        <p:nvPicPr>
          <p:cNvPr id="507" name="Google Shape;507;p63"/>
          <p:cNvPicPr preferRelativeResize="0"/>
          <p:nvPr/>
        </p:nvPicPr>
        <p:blipFill>
          <a:blip r:embed="rId3">
            <a:alphaModFix/>
          </a:blip>
          <a:stretch>
            <a:fillRect/>
          </a:stretch>
        </p:blipFill>
        <p:spPr>
          <a:xfrm>
            <a:off x="1973384" y="2644250"/>
            <a:ext cx="4932470" cy="2432524"/>
          </a:xfrm>
          <a:prstGeom prst="rect">
            <a:avLst/>
          </a:prstGeom>
          <a:noFill/>
          <a:ln>
            <a:noFill/>
          </a:ln>
        </p:spPr>
      </p:pic>
      <p:sp>
        <p:nvSpPr>
          <p:cNvPr id="508" name="Google Shape;508;p63"/>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Biological Relevance</a:t>
            </a:r>
            <a:endParaRPr>
              <a:latin typeface="Archivo"/>
              <a:ea typeface="Archivo"/>
              <a:cs typeface="Archivo"/>
              <a:sym typeface="Archivo"/>
            </a:endParaRPr>
          </a:p>
        </p:txBody>
      </p:sp>
      <p:sp>
        <p:nvSpPr>
          <p:cNvPr id="509" name="Google Shape;509;p63"/>
          <p:cNvSpPr/>
          <p:nvPr/>
        </p:nvSpPr>
        <p:spPr>
          <a:xfrm>
            <a:off x="713100" y="1112200"/>
            <a:ext cx="7717800" cy="61500"/>
          </a:xfrm>
          <a:prstGeom prst="rect">
            <a:avLst/>
          </a:prstGeom>
          <a:gradFill>
            <a:gsLst>
              <a:gs pos="0">
                <a:schemeClr val="accent1"/>
              </a:gs>
              <a:gs pos="100000">
                <a:schemeClr val="accent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63"/>
          <p:cNvSpPr txBox="1"/>
          <p:nvPr/>
        </p:nvSpPr>
        <p:spPr>
          <a:xfrm>
            <a:off x="871350" y="1425625"/>
            <a:ext cx="8015700" cy="33117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Archivo"/>
              <a:buChar char="●"/>
            </a:pPr>
            <a:r>
              <a:rPr lang="en" sz="1600">
                <a:solidFill>
                  <a:schemeClr val="dk1"/>
                </a:solidFill>
                <a:latin typeface="Archivo"/>
                <a:ea typeface="Archivo"/>
                <a:cs typeface="Archivo"/>
                <a:sym typeface="Archivo"/>
              </a:rPr>
              <a:t>Most common SV– 12:69080680- → 12:63111863- (Inversion)</a:t>
            </a:r>
            <a:endParaRPr sz="1600">
              <a:solidFill>
                <a:schemeClr val="dk1"/>
              </a:solidFill>
              <a:latin typeface="Archivo"/>
              <a:ea typeface="Archivo"/>
              <a:cs typeface="Archivo"/>
              <a:sym typeface="Archivo"/>
            </a:endParaRPr>
          </a:p>
          <a:p>
            <a:pPr marL="914400" lvl="1" indent="-330200" algn="l" rtl="0">
              <a:spcBef>
                <a:spcPts val="0"/>
              </a:spcBef>
              <a:spcAft>
                <a:spcPts val="0"/>
              </a:spcAft>
              <a:buClr>
                <a:schemeClr val="dk1"/>
              </a:buClr>
              <a:buSzPts val="1600"/>
              <a:buFont typeface="Archivo"/>
              <a:buChar char="○"/>
            </a:pPr>
            <a:r>
              <a:rPr lang="en" sz="1600">
                <a:solidFill>
                  <a:schemeClr val="dk1"/>
                </a:solidFill>
                <a:latin typeface="Archivo"/>
                <a:ea typeface="Archivo"/>
                <a:cs typeface="Archivo"/>
                <a:sym typeface="Archivo"/>
              </a:rPr>
              <a:t>Occurs 3 times</a:t>
            </a:r>
            <a:endParaRPr sz="1600">
              <a:solidFill>
                <a:schemeClr val="dk1"/>
              </a:solidFill>
              <a:latin typeface="Archivo"/>
              <a:ea typeface="Archivo"/>
              <a:cs typeface="Archivo"/>
              <a:sym typeface="Archivo"/>
            </a:endParaRPr>
          </a:p>
          <a:p>
            <a:pPr marL="914400" lvl="1" indent="-330200" algn="l" rtl="0">
              <a:spcBef>
                <a:spcPts val="0"/>
              </a:spcBef>
              <a:spcAft>
                <a:spcPts val="0"/>
              </a:spcAft>
              <a:buClr>
                <a:schemeClr val="dk1"/>
              </a:buClr>
              <a:buSzPts val="1600"/>
              <a:buFont typeface="Archivo"/>
              <a:buChar char="○"/>
            </a:pPr>
            <a:r>
              <a:rPr lang="en" sz="1600">
                <a:solidFill>
                  <a:schemeClr val="dk1"/>
                </a:solidFill>
                <a:latin typeface="Archivo"/>
                <a:ea typeface="Archivo"/>
                <a:cs typeface="Archivo"/>
                <a:sym typeface="Archivo"/>
              </a:rPr>
              <a:t>Start position is within the </a:t>
            </a:r>
            <a:r>
              <a:rPr lang="en" sz="1600" i="1">
                <a:solidFill>
                  <a:schemeClr val="dk1"/>
                </a:solidFill>
                <a:latin typeface="Archivo"/>
                <a:ea typeface="Archivo"/>
                <a:cs typeface="Archivo"/>
                <a:sym typeface="Archivo"/>
              </a:rPr>
              <a:t>PPM1H</a:t>
            </a:r>
            <a:r>
              <a:rPr lang="en" sz="1600">
                <a:solidFill>
                  <a:schemeClr val="dk1"/>
                </a:solidFill>
                <a:latin typeface="Archivo"/>
                <a:ea typeface="Archivo"/>
                <a:cs typeface="Archivo"/>
                <a:sym typeface="Archivo"/>
              </a:rPr>
              <a:t> gene </a:t>
            </a:r>
            <a:r>
              <a:rPr lang="en" sz="1100">
                <a:solidFill>
                  <a:schemeClr val="dk1"/>
                </a:solidFill>
                <a:latin typeface="Archivo"/>
                <a:ea typeface="Archivo"/>
                <a:cs typeface="Archivo"/>
                <a:sym typeface="Archivo"/>
              </a:rPr>
              <a:t>(Protein phosphatase, Mg2+/Mn2+ dependent 1H)</a:t>
            </a:r>
            <a:endParaRPr sz="1100">
              <a:solidFill>
                <a:schemeClr val="dk1"/>
              </a:solidFill>
              <a:latin typeface="Archivo"/>
              <a:ea typeface="Archivo"/>
              <a:cs typeface="Archivo"/>
              <a:sym typeface="Archivo"/>
            </a:endParaRPr>
          </a:p>
          <a:p>
            <a:pPr marL="914400" lvl="1" indent="-330200" algn="l" rtl="0">
              <a:spcBef>
                <a:spcPts val="0"/>
              </a:spcBef>
              <a:spcAft>
                <a:spcPts val="0"/>
              </a:spcAft>
              <a:buClr>
                <a:schemeClr val="dk1"/>
              </a:buClr>
              <a:buSzPts val="1600"/>
              <a:buFont typeface="Archivo"/>
              <a:buChar char="○"/>
            </a:pPr>
            <a:r>
              <a:rPr lang="en" sz="1600">
                <a:solidFill>
                  <a:schemeClr val="dk1"/>
                </a:solidFill>
                <a:latin typeface="Archivo"/>
                <a:ea typeface="Archivo"/>
                <a:cs typeface="Archivo"/>
                <a:sym typeface="Archivo"/>
              </a:rPr>
              <a:t>End position is within the </a:t>
            </a:r>
            <a:r>
              <a:rPr lang="en" sz="1600" i="1">
                <a:solidFill>
                  <a:schemeClr val="dk1"/>
                </a:solidFill>
                <a:latin typeface="Archivo"/>
                <a:ea typeface="Archivo"/>
                <a:cs typeface="Archivo"/>
                <a:sym typeface="Archivo"/>
              </a:rPr>
              <a:t>RAP1B</a:t>
            </a:r>
            <a:r>
              <a:rPr lang="en" sz="1600">
                <a:solidFill>
                  <a:schemeClr val="dk1"/>
                </a:solidFill>
                <a:latin typeface="Archivo"/>
                <a:ea typeface="Archivo"/>
                <a:cs typeface="Archivo"/>
                <a:sym typeface="Archivo"/>
              </a:rPr>
              <a:t> gene </a:t>
            </a:r>
            <a:r>
              <a:rPr lang="en" sz="1100">
                <a:solidFill>
                  <a:schemeClr val="dk1"/>
                </a:solidFill>
                <a:latin typeface="Archivo"/>
                <a:ea typeface="Archivo"/>
                <a:cs typeface="Archivo"/>
                <a:sym typeface="Archivo"/>
              </a:rPr>
              <a:t>(Ras-related protein Rap-1b)</a:t>
            </a:r>
            <a:endParaRPr sz="1600">
              <a:solidFill>
                <a:schemeClr val="dk1"/>
              </a:solidFill>
              <a:latin typeface="Archivo"/>
              <a:ea typeface="Archivo"/>
              <a:cs typeface="Archivo"/>
              <a:sym typeface="Archivo"/>
            </a:endParaRPr>
          </a:p>
          <a:p>
            <a:pPr marL="0" lvl="0" indent="0" algn="l" rtl="0">
              <a:spcBef>
                <a:spcPts val="0"/>
              </a:spcBef>
              <a:spcAft>
                <a:spcPts val="0"/>
              </a:spcAft>
              <a:buNone/>
            </a:pPr>
            <a:endParaRPr sz="1600">
              <a:solidFill>
                <a:schemeClr val="dk1"/>
              </a:solidFill>
              <a:latin typeface="Archivo"/>
              <a:ea typeface="Archivo"/>
              <a:cs typeface="Archivo"/>
              <a:sym typeface="Archivo"/>
            </a:endParaRPr>
          </a:p>
          <a:p>
            <a:pPr marL="457200" lvl="0" indent="0" algn="l" rtl="0">
              <a:spcBef>
                <a:spcPts val="0"/>
              </a:spcBef>
              <a:spcAft>
                <a:spcPts val="0"/>
              </a:spcAft>
              <a:buNone/>
            </a:pPr>
            <a:endParaRPr sz="1800">
              <a:solidFill>
                <a:schemeClr val="dk1"/>
              </a:solidFill>
              <a:latin typeface="Archivo"/>
              <a:ea typeface="Archivo"/>
              <a:cs typeface="Archivo"/>
              <a:sym typeface="Archivo"/>
            </a:endParaRPr>
          </a:p>
        </p:txBody>
      </p:sp>
      <p:sp>
        <p:nvSpPr>
          <p:cNvPr id="511" name="Google Shape;511;p63"/>
          <p:cNvSpPr/>
          <p:nvPr/>
        </p:nvSpPr>
        <p:spPr>
          <a:xfrm>
            <a:off x="6649078" y="3385403"/>
            <a:ext cx="256800" cy="6393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512" name="Google Shape;512;p63"/>
          <p:cNvSpPr/>
          <p:nvPr/>
        </p:nvSpPr>
        <p:spPr>
          <a:xfrm>
            <a:off x="2339466" y="3796279"/>
            <a:ext cx="372900" cy="762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cxnSp>
        <p:nvCxnSpPr>
          <p:cNvPr id="513" name="Google Shape;513;p63"/>
          <p:cNvCxnSpPr>
            <a:endCxn id="511" idx="3"/>
          </p:cNvCxnSpPr>
          <p:nvPr/>
        </p:nvCxnSpPr>
        <p:spPr>
          <a:xfrm flipH="1">
            <a:off x="6905878" y="3362153"/>
            <a:ext cx="519600" cy="342900"/>
          </a:xfrm>
          <a:prstGeom prst="straightConnector1">
            <a:avLst/>
          </a:prstGeom>
          <a:noFill/>
          <a:ln w="9525" cap="flat" cmpd="sng">
            <a:solidFill>
              <a:srgbClr val="FF0000"/>
            </a:solidFill>
            <a:prstDash val="solid"/>
            <a:round/>
            <a:headEnd type="none" w="med" len="med"/>
            <a:tailEnd type="triangle" w="med" len="med"/>
          </a:ln>
        </p:spPr>
      </p:cxnSp>
      <p:cxnSp>
        <p:nvCxnSpPr>
          <p:cNvPr id="514" name="Google Shape;514;p63"/>
          <p:cNvCxnSpPr>
            <a:endCxn id="512" idx="1"/>
          </p:cNvCxnSpPr>
          <p:nvPr/>
        </p:nvCxnSpPr>
        <p:spPr>
          <a:xfrm>
            <a:off x="1718466" y="3694879"/>
            <a:ext cx="621000" cy="139500"/>
          </a:xfrm>
          <a:prstGeom prst="straightConnector1">
            <a:avLst/>
          </a:prstGeom>
          <a:noFill/>
          <a:ln w="9525" cap="flat" cmpd="sng">
            <a:solidFill>
              <a:srgbClr val="FF0000"/>
            </a:solidFill>
            <a:prstDash val="solid"/>
            <a:round/>
            <a:headEnd type="none" w="med" len="med"/>
            <a:tailEnd type="triangle" w="med" len="med"/>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18"/>
        <p:cNvGrpSpPr/>
        <p:nvPr/>
      </p:nvGrpSpPr>
      <p:grpSpPr>
        <a:xfrm>
          <a:off x="0" y="0"/>
          <a:ext cx="0" cy="0"/>
          <a:chOff x="0" y="0"/>
          <a:chExt cx="0" cy="0"/>
        </a:xfrm>
      </p:grpSpPr>
      <p:pic>
        <p:nvPicPr>
          <p:cNvPr id="519" name="Google Shape;519;p64"/>
          <p:cNvPicPr preferRelativeResize="0"/>
          <p:nvPr/>
        </p:nvPicPr>
        <p:blipFill>
          <a:blip r:embed="rId3">
            <a:alphaModFix/>
          </a:blip>
          <a:stretch>
            <a:fillRect/>
          </a:stretch>
        </p:blipFill>
        <p:spPr>
          <a:xfrm>
            <a:off x="4675738" y="2793200"/>
            <a:ext cx="4165002" cy="2239112"/>
          </a:xfrm>
          <a:prstGeom prst="rect">
            <a:avLst/>
          </a:prstGeom>
          <a:noFill/>
          <a:ln>
            <a:noFill/>
          </a:ln>
        </p:spPr>
      </p:pic>
      <p:sp>
        <p:nvSpPr>
          <p:cNvPr id="520" name="Google Shape;520;p64"/>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Biological Relevance</a:t>
            </a:r>
            <a:endParaRPr>
              <a:latin typeface="Archivo"/>
              <a:ea typeface="Archivo"/>
              <a:cs typeface="Archivo"/>
              <a:sym typeface="Archivo"/>
            </a:endParaRPr>
          </a:p>
        </p:txBody>
      </p:sp>
      <p:sp>
        <p:nvSpPr>
          <p:cNvPr id="521" name="Google Shape;521;p64"/>
          <p:cNvSpPr/>
          <p:nvPr/>
        </p:nvSpPr>
        <p:spPr>
          <a:xfrm>
            <a:off x="713100" y="1112200"/>
            <a:ext cx="7717800" cy="61500"/>
          </a:xfrm>
          <a:prstGeom prst="rect">
            <a:avLst/>
          </a:prstGeom>
          <a:gradFill>
            <a:gsLst>
              <a:gs pos="0">
                <a:schemeClr val="accent1"/>
              </a:gs>
              <a:gs pos="100000">
                <a:schemeClr val="accent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64"/>
          <p:cNvSpPr txBox="1"/>
          <p:nvPr/>
        </p:nvSpPr>
        <p:spPr>
          <a:xfrm>
            <a:off x="871350" y="1371400"/>
            <a:ext cx="8112000" cy="14628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Archivo"/>
              <a:buChar char="●"/>
            </a:pPr>
            <a:r>
              <a:rPr lang="en" sz="1600">
                <a:solidFill>
                  <a:schemeClr val="dk1"/>
                </a:solidFill>
                <a:latin typeface="Archivo"/>
                <a:ea typeface="Archivo"/>
                <a:cs typeface="Archivo"/>
                <a:sym typeface="Archivo"/>
              </a:rPr>
              <a:t>Second most common SV– 12:69080734+ → 12:57914108- (Deletion)</a:t>
            </a:r>
            <a:endParaRPr sz="1600">
              <a:solidFill>
                <a:schemeClr val="dk1"/>
              </a:solidFill>
              <a:latin typeface="Archivo"/>
              <a:ea typeface="Archivo"/>
              <a:cs typeface="Archivo"/>
              <a:sym typeface="Archivo"/>
            </a:endParaRPr>
          </a:p>
          <a:p>
            <a:pPr marL="914400" lvl="1" indent="-330200" algn="l" rtl="0">
              <a:spcBef>
                <a:spcPts val="0"/>
              </a:spcBef>
              <a:spcAft>
                <a:spcPts val="0"/>
              </a:spcAft>
              <a:buClr>
                <a:schemeClr val="dk1"/>
              </a:buClr>
              <a:buSzPts val="1600"/>
              <a:buFont typeface="Archivo"/>
              <a:buChar char="○"/>
            </a:pPr>
            <a:r>
              <a:rPr lang="en" sz="1600">
                <a:solidFill>
                  <a:schemeClr val="dk1"/>
                </a:solidFill>
                <a:latin typeface="Archivo"/>
                <a:ea typeface="Archivo"/>
                <a:cs typeface="Archivo"/>
                <a:sym typeface="Archivo"/>
              </a:rPr>
              <a:t>Occurs 2 times</a:t>
            </a:r>
            <a:endParaRPr sz="1600">
              <a:solidFill>
                <a:schemeClr val="dk1"/>
              </a:solidFill>
              <a:latin typeface="Archivo"/>
              <a:ea typeface="Archivo"/>
              <a:cs typeface="Archivo"/>
              <a:sym typeface="Archivo"/>
            </a:endParaRPr>
          </a:p>
          <a:p>
            <a:pPr marL="914400" lvl="1" indent="-330200" algn="l" rtl="0">
              <a:spcBef>
                <a:spcPts val="0"/>
              </a:spcBef>
              <a:spcAft>
                <a:spcPts val="0"/>
              </a:spcAft>
              <a:buClr>
                <a:schemeClr val="dk1"/>
              </a:buClr>
              <a:buSzPts val="1600"/>
              <a:buFont typeface="Archivo"/>
              <a:buChar char="○"/>
            </a:pPr>
            <a:r>
              <a:rPr lang="en" sz="1600">
                <a:solidFill>
                  <a:schemeClr val="dk1"/>
                </a:solidFill>
                <a:latin typeface="Archivo"/>
                <a:ea typeface="Archivo"/>
                <a:cs typeface="Archivo"/>
                <a:sym typeface="Archivo"/>
              </a:rPr>
              <a:t>119 genes in the region deleted, i.e. </a:t>
            </a:r>
            <a:r>
              <a:rPr lang="en" sz="1600" i="1">
                <a:solidFill>
                  <a:schemeClr val="dk1"/>
                </a:solidFill>
                <a:latin typeface="Archivo"/>
                <a:ea typeface="Archivo"/>
                <a:cs typeface="Archivo"/>
                <a:sym typeface="Archivo"/>
              </a:rPr>
              <a:t>PPM1H</a:t>
            </a:r>
            <a:r>
              <a:rPr lang="en" sz="1600">
                <a:solidFill>
                  <a:schemeClr val="dk1"/>
                </a:solidFill>
                <a:latin typeface="Archivo"/>
                <a:ea typeface="Archivo"/>
                <a:cs typeface="Archivo"/>
                <a:sym typeface="Archivo"/>
              </a:rPr>
              <a:t>, </a:t>
            </a:r>
            <a:r>
              <a:rPr lang="en" sz="1600" i="1">
                <a:solidFill>
                  <a:schemeClr val="dk1"/>
                </a:solidFill>
                <a:latin typeface="Archivo"/>
                <a:ea typeface="Archivo"/>
                <a:cs typeface="Archivo"/>
                <a:sym typeface="Archivo"/>
              </a:rPr>
              <a:t>USP15</a:t>
            </a:r>
            <a:r>
              <a:rPr lang="en" sz="1600">
                <a:solidFill>
                  <a:schemeClr val="dk1"/>
                </a:solidFill>
                <a:latin typeface="Archivo"/>
                <a:ea typeface="Archivo"/>
                <a:cs typeface="Archivo"/>
                <a:sym typeface="Archivo"/>
              </a:rPr>
              <a:t>, </a:t>
            </a:r>
            <a:r>
              <a:rPr lang="en" sz="1600" i="1">
                <a:solidFill>
                  <a:schemeClr val="dk1"/>
                </a:solidFill>
                <a:latin typeface="Archivo"/>
                <a:ea typeface="Archivo"/>
                <a:cs typeface="Archivo"/>
                <a:sym typeface="Archivo"/>
              </a:rPr>
              <a:t>RASSF3</a:t>
            </a:r>
            <a:r>
              <a:rPr lang="en" sz="1600">
                <a:solidFill>
                  <a:schemeClr val="dk1"/>
                </a:solidFill>
                <a:latin typeface="Archivo"/>
                <a:ea typeface="Archivo"/>
                <a:cs typeface="Archivo"/>
                <a:sym typeface="Archivo"/>
              </a:rPr>
              <a:t>, </a:t>
            </a:r>
            <a:r>
              <a:rPr lang="en" sz="1600" i="1">
                <a:solidFill>
                  <a:schemeClr val="dk1"/>
                </a:solidFill>
                <a:latin typeface="Archivo"/>
                <a:ea typeface="Archivo"/>
                <a:cs typeface="Archivo"/>
                <a:sym typeface="Archivo"/>
              </a:rPr>
              <a:t>IRAK3</a:t>
            </a:r>
            <a:endParaRPr sz="1600" i="1">
              <a:solidFill>
                <a:schemeClr val="dk1"/>
              </a:solidFill>
              <a:latin typeface="Archivo"/>
              <a:ea typeface="Archivo"/>
              <a:cs typeface="Archivo"/>
              <a:sym typeface="Archivo"/>
            </a:endParaRPr>
          </a:p>
          <a:p>
            <a:pPr marL="914400" lvl="1" indent="-330200" algn="l" rtl="0">
              <a:spcBef>
                <a:spcPts val="0"/>
              </a:spcBef>
              <a:spcAft>
                <a:spcPts val="0"/>
              </a:spcAft>
              <a:buClr>
                <a:schemeClr val="dk1"/>
              </a:buClr>
              <a:buSzPts val="1600"/>
              <a:buFont typeface="Archivo"/>
              <a:buChar char="○"/>
            </a:pPr>
            <a:r>
              <a:rPr lang="en" sz="1600" i="1">
                <a:solidFill>
                  <a:schemeClr val="dk1"/>
                </a:solidFill>
                <a:latin typeface="Archivo"/>
                <a:ea typeface="Archivo"/>
                <a:cs typeface="Archivo"/>
                <a:sym typeface="Archivo"/>
              </a:rPr>
              <a:t>STAT6 </a:t>
            </a:r>
            <a:r>
              <a:rPr lang="en" sz="1600">
                <a:solidFill>
                  <a:schemeClr val="dk1"/>
                </a:solidFill>
                <a:latin typeface="Archivo"/>
                <a:ea typeface="Archivo"/>
                <a:cs typeface="Archivo"/>
                <a:sym typeface="Archivo"/>
              </a:rPr>
              <a:t>upstream of deleted region, </a:t>
            </a:r>
            <a:r>
              <a:rPr lang="en" sz="1600" i="1">
                <a:solidFill>
                  <a:schemeClr val="dk1"/>
                </a:solidFill>
                <a:latin typeface="Archivo"/>
                <a:ea typeface="Archivo"/>
                <a:cs typeface="Archivo"/>
                <a:sym typeface="Archivo"/>
              </a:rPr>
              <a:t>MDM2 </a:t>
            </a:r>
            <a:r>
              <a:rPr lang="en" sz="1600">
                <a:solidFill>
                  <a:schemeClr val="dk1"/>
                </a:solidFill>
                <a:latin typeface="Archivo"/>
                <a:ea typeface="Archivo"/>
                <a:cs typeface="Archivo"/>
                <a:sym typeface="Archivo"/>
              </a:rPr>
              <a:t>downstream of the region</a:t>
            </a:r>
            <a:endParaRPr sz="1600">
              <a:solidFill>
                <a:schemeClr val="dk1"/>
              </a:solidFill>
              <a:latin typeface="Archivo"/>
              <a:ea typeface="Archivo"/>
              <a:cs typeface="Archivo"/>
              <a:sym typeface="Archivo"/>
            </a:endParaRPr>
          </a:p>
          <a:p>
            <a:pPr marL="914400" lvl="0" indent="0" algn="l" rtl="0">
              <a:spcBef>
                <a:spcPts val="0"/>
              </a:spcBef>
              <a:spcAft>
                <a:spcPts val="0"/>
              </a:spcAft>
              <a:buNone/>
            </a:pPr>
            <a:r>
              <a:rPr lang="en" sz="1600" b="1">
                <a:solidFill>
                  <a:schemeClr val="dk1"/>
                </a:solidFill>
                <a:latin typeface="Archivo"/>
                <a:ea typeface="Archivo"/>
                <a:cs typeface="Archivo"/>
                <a:sym typeface="Archivo"/>
              </a:rPr>
              <a:t>→ Possible interaction between the two in ecDNA</a:t>
            </a:r>
            <a:r>
              <a:rPr lang="en" sz="1600">
                <a:solidFill>
                  <a:schemeClr val="dk1"/>
                </a:solidFill>
                <a:latin typeface="Archivo"/>
                <a:ea typeface="Archivo"/>
                <a:cs typeface="Archivo"/>
                <a:sym typeface="Archivo"/>
              </a:rPr>
              <a:t>?</a:t>
            </a:r>
            <a:endParaRPr sz="1600">
              <a:solidFill>
                <a:schemeClr val="dk1"/>
              </a:solidFill>
              <a:latin typeface="Archivo"/>
              <a:ea typeface="Archivo"/>
              <a:cs typeface="Archivo"/>
              <a:sym typeface="Archivo"/>
            </a:endParaRPr>
          </a:p>
          <a:p>
            <a:pPr marL="0" lvl="0" indent="0" algn="l" rtl="0">
              <a:spcBef>
                <a:spcPts val="0"/>
              </a:spcBef>
              <a:spcAft>
                <a:spcPts val="0"/>
              </a:spcAft>
              <a:buNone/>
            </a:pPr>
            <a:endParaRPr sz="1800">
              <a:solidFill>
                <a:schemeClr val="dk1"/>
              </a:solidFill>
              <a:latin typeface="Archivo"/>
              <a:ea typeface="Archivo"/>
              <a:cs typeface="Archivo"/>
              <a:sym typeface="Archivo"/>
            </a:endParaRPr>
          </a:p>
          <a:p>
            <a:pPr marL="457200" lvl="0" indent="0" algn="l" rtl="0">
              <a:spcBef>
                <a:spcPts val="0"/>
              </a:spcBef>
              <a:spcAft>
                <a:spcPts val="0"/>
              </a:spcAft>
              <a:buNone/>
            </a:pPr>
            <a:endParaRPr sz="1800">
              <a:solidFill>
                <a:schemeClr val="dk1"/>
              </a:solidFill>
              <a:latin typeface="Archivo"/>
              <a:ea typeface="Archivo"/>
              <a:cs typeface="Archivo"/>
              <a:sym typeface="Archivo"/>
            </a:endParaRPr>
          </a:p>
        </p:txBody>
      </p:sp>
      <p:sp>
        <p:nvSpPr>
          <p:cNvPr id="523" name="Google Shape;523;p64"/>
          <p:cNvSpPr/>
          <p:nvPr/>
        </p:nvSpPr>
        <p:spPr>
          <a:xfrm>
            <a:off x="6679587" y="4033321"/>
            <a:ext cx="283200" cy="600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524" name="Google Shape;524;p64"/>
          <p:cNvSpPr/>
          <p:nvPr/>
        </p:nvSpPr>
        <p:spPr>
          <a:xfrm>
            <a:off x="6547681" y="4254295"/>
            <a:ext cx="225900" cy="1476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525" name="Google Shape;525;p64"/>
          <p:cNvSpPr/>
          <p:nvPr/>
        </p:nvSpPr>
        <p:spPr>
          <a:xfrm>
            <a:off x="7859913" y="4254300"/>
            <a:ext cx="188100" cy="1008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cxnSp>
        <p:nvCxnSpPr>
          <p:cNvPr id="526" name="Google Shape;526;p64"/>
          <p:cNvCxnSpPr/>
          <p:nvPr/>
        </p:nvCxnSpPr>
        <p:spPr>
          <a:xfrm>
            <a:off x="6119347" y="3941259"/>
            <a:ext cx="560400" cy="125700"/>
          </a:xfrm>
          <a:prstGeom prst="straightConnector1">
            <a:avLst/>
          </a:prstGeom>
          <a:noFill/>
          <a:ln w="9525" cap="flat" cmpd="sng">
            <a:solidFill>
              <a:srgbClr val="FF0000"/>
            </a:solidFill>
            <a:prstDash val="solid"/>
            <a:round/>
            <a:headEnd type="none" w="med" len="med"/>
            <a:tailEnd type="triangle" w="med" len="med"/>
          </a:ln>
        </p:spPr>
      </p:cxnSp>
      <p:cxnSp>
        <p:nvCxnSpPr>
          <p:cNvPr id="527" name="Google Shape;527;p64"/>
          <p:cNvCxnSpPr/>
          <p:nvPr/>
        </p:nvCxnSpPr>
        <p:spPr>
          <a:xfrm>
            <a:off x="5987442" y="4207701"/>
            <a:ext cx="560400" cy="125700"/>
          </a:xfrm>
          <a:prstGeom prst="straightConnector1">
            <a:avLst/>
          </a:prstGeom>
          <a:noFill/>
          <a:ln w="9525" cap="flat" cmpd="sng">
            <a:solidFill>
              <a:srgbClr val="FF0000"/>
            </a:solidFill>
            <a:prstDash val="solid"/>
            <a:round/>
            <a:headEnd type="none" w="med" len="med"/>
            <a:tailEnd type="triangle" w="med" len="med"/>
          </a:ln>
        </p:spPr>
      </p:cxnSp>
      <p:cxnSp>
        <p:nvCxnSpPr>
          <p:cNvPr id="528" name="Google Shape;528;p64"/>
          <p:cNvCxnSpPr/>
          <p:nvPr/>
        </p:nvCxnSpPr>
        <p:spPr>
          <a:xfrm flipH="1">
            <a:off x="8048002" y="4158293"/>
            <a:ext cx="476100" cy="147600"/>
          </a:xfrm>
          <a:prstGeom prst="straightConnector1">
            <a:avLst/>
          </a:prstGeom>
          <a:noFill/>
          <a:ln w="9525" cap="flat" cmpd="sng">
            <a:solidFill>
              <a:srgbClr val="FF0000"/>
            </a:solidFill>
            <a:prstDash val="solid"/>
            <a:round/>
            <a:headEnd type="none" w="med" len="med"/>
            <a:tailEnd type="triangle" w="med" len="med"/>
          </a:ln>
        </p:spPr>
      </p:cxnSp>
      <p:pic>
        <p:nvPicPr>
          <p:cNvPr id="529" name="Google Shape;529;p64"/>
          <p:cNvPicPr preferRelativeResize="0"/>
          <p:nvPr/>
        </p:nvPicPr>
        <p:blipFill>
          <a:blip r:embed="rId4">
            <a:alphaModFix/>
          </a:blip>
          <a:stretch>
            <a:fillRect/>
          </a:stretch>
        </p:blipFill>
        <p:spPr>
          <a:xfrm>
            <a:off x="303263" y="2818613"/>
            <a:ext cx="3948017" cy="2174510"/>
          </a:xfrm>
          <a:prstGeom prst="rect">
            <a:avLst/>
          </a:prstGeom>
          <a:noFill/>
          <a:ln>
            <a:noFill/>
          </a:ln>
        </p:spPr>
      </p:pic>
      <p:sp>
        <p:nvSpPr>
          <p:cNvPr id="530" name="Google Shape;530;p64"/>
          <p:cNvSpPr/>
          <p:nvPr/>
        </p:nvSpPr>
        <p:spPr>
          <a:xfrm>
            <a:off x="4038458" y="3347943"/>
            <a:ext cx="150900" cy="561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sp>
        <p:nvSpPr>
          <p:cNvPr id="531" name="Google Shape;531;p64"/>
          <p:cNvSpPr/>
          <p:nvPr/>
        </p:nvSpPr>
        <p:spPr>
          <a:xfrm>
            <a:off x="543225" y="4809056"/>
            <a:ext cx="150900" cy="183900"/>
          </a:xfrm>
          <a:prstGeom prst="rect">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Archivo"/>
              <a:ea typeface="Archivo"/>
              <a:cs typeface="Archivo"/>
              <a:sym typeface="Archivo"/>
            </a:endParaRPr>
          </a:p>
        </p:txBody>
      </p:sp>
      <p:cxnSp>
        <p:nvCxnSpPr>
          <p:cNvPr id="532" name="Google Shape;532;p64"/>
          <p:cNvCxnSpPr/>
          <p:nvPr/>
        </p:nvCxnSpPr>
        <p:spPr>
          <a:xfrm>
            <a:off x="833957" y="2819598"/>
            <a:ext cx="0" cy="2187300"/>
          </a:xfrm>
          <a:prstGeom prst="straightConnector1">
            <a:avLst/>
          </a:prstGeom>
          <a:noFill/>
          <a:ln w="19050" cap="flat" cmpd="sng">
            <a:solidFill>
              <a:srgbClr val="FF0000"/>
            </a:solidFill>
            <a:prstDash val="solid"/>
            <a:round/>
            <a:headEnd type="none" w="med" len="med"/>
            <a:tailEnd type="none" w="med" len="med"/>
          </a:ln>
        </p:spPr>
      </p:cxnSp>
      <p:cxnSp>
        <p:nvCxnSpPr>
          <p:cNvPr id="533" name="Google Shape;533;p64"/>
          <p:cNvCxnSpPr/>
          <p:nvPr/>
        </p:nvCxnSpPr>
        <p:spPr>
          <a:xfrm>
            <a:off x="4140152" y="3917953"/>
            <a:ext cx="0" cy="1076100"/>
          </a:xfrm>
          <a:prstGeom prst="straightConnector1">
            <a:avLst/>
          </a:prstGeom>
          <a:noFill/>
          <a:ln w="19050" cap="flat" cmpd="sng">
            <a:solidFill>
              <a:srgbClr val="FF0000"/>
            </a:solidFill>
            <a:prstDash val="solid"/>
            <a:round/>
            <a:headEnd type="none" w="med" len="med"/>
            <a:tailEnd type="none" w="med" len="med"/>
          </a:ln>
        </p:spPr>
      </p:cxnSp>
      <p:cxnSp>
        <p:nvCxnSpPr>
          <p:cNvPr id="534" name="Google Shape;534;p64"/>
          <p:cNvCxnSpPr/>
          <p:nvPr/>
        </p:nvCxnSpPr>
        <p:spPr>
          <a:xfrm>
            <a:off x="4140203" y="2819726"/>
            <a:ext cx="900" cy="530100"/>
          </a:xfrm>
          <a:prstGeom prst="straightConnector1">
            <a:avLst/>
          </a:prstGeom>
          <a:noFill/>
          <a:ln w="19050" cap="flat" cmpd="sng">
            <a:solidFill>
              <a:srgbClr val="FF0000"/>
            </a:solidFill>
            <a:prstDash val="solid"/>
            <a:round/>
            <a:headEnd type="none" w="med" len="med"/>
            <a:tailEnd type="none" w="med" len="med"/>
          </a:ln>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sp>
        <p:nvSpPr>
          <p:cNvPr id="539" name="Google Shape;539;p65"/>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Biological Relevance</a:t>
            </a:r>
            <a:endParaRPr>
              <a:latin typeface="Archivo"/>
              <a:ea typeface="Archivo"/>
              <a:cs typeface="Archivo"/>
              <a:sym typeface="Archivo"/>
            </a:endParaRPr>
          </a:p>
        </p:txBody>
      </p:sp>
      <p:sp>
        <p:nvSpPr>
          <p:cNvPr id="540" name="Google Shape;540;p65"/>
          <p:cNvSpPr/>
          <p:nvPr/>
        </p:nvSpPr>
        <p:spPr>
          <a:xfrm>
            <a:off x="713100" y="1112200"/>
            <a:ext cx="7717800" cy="61500"/>
          </a:xfrm>
          <a:prstGeom prst="rect">
            <a:avLst/>
          </a:prstGeom>
          <a:gradFill>
            <a:gsLst>
              <a:gs pos="0">
                <a:schemeClr val="accent1"/>
              </a:gs>
              <a:gs pos="100000">
                <a:schemeClr val="accent3"/>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65"/>
          <p:cNvSpPr txBox="1"/>
          <p:nvPr/>
        </p:nvSpPr>
        <p:spPr>
          <a:xfrm>
            <a:off x="871350" y="1307675"/>
            <a:ext cx="7950900" cy="3429600"/>
          </a:xfrm>
          <a:prstGeom prst="rect">
            <a:avLst/>
          </a:prstGeom>
          <a:noFill/>
          <a:ln>
            <a:noFill/>
          </a:ln>
        </p:spPr>
        <p:txBody>
          <a:bodyPr spcFirstLastPara="1" wrap="square" lIns="91425" tIns="91425" rIns="91425" bIns="91425" anchor="t" anchorCtr="0">
            <a:noAutofit/>
          </a:bodyPr>
          <a:lstStyle/>
          <a:p>
            <a:pPr marL="457200" lvl="0" indent="-330200" algn="l" rtl="0">
              <a:spcBef>
                <a:spcPts val="0"/>
              </a:spcBef>
              <a:spcAft>
                <a:spcPts val="0"/>
              </a:spcAft>
              <a:buClr>
                <a:schemeClr val="dk1"/>
              </a:buClr>
              <a:buSzPts val="1600"/>
              <a:buFont typeface="Archivo"/>
              <a:buChar char="●"/>
            </a:pPr>
            <a:r>
              <a:rPr lang="en" sz="1600" b="1" i="1">
                <a:solidFill>
                  <a:schemeClr val="dk1"/>
                </a:solidFill>
                <a:latin typeface="Archivo"/>
                <a:ea typeface="Archivo"/>
                <a:cs typeface="Archivo"/>
                <a:sym typeface="Archivo"/>
              </a:rPr>
              <a:t>PPM1H</a:t>
            </a:r>
            <a:r>
              <a:rPr lang="en" sz="1600">
                <a:solidFill>
                  <a:schemeClr val="dk1"/>
                </a:solidFill>
                <a:latin typeface="Archivo"/>
                <a:ea typeface="Archivo"/>
                <a:cs typeface="Archivo"/>
                <a:sym typeface="Archivo"/>
              </a:rPr>
              <a:t>: Acts as a tumor suppressor by dephosphorylating proteins involved in cell proliferation and metastasis.</a:t>
            </a:r>
            <a:endParaRPr sz="1600">
              <a:solidFill>
                <a:schemeClr val="dk1"/>
              </a:solidFill>
              <a:latin typeface="Archivo"/>
              <a:ea typeface="Archivo"/>
              <a:cs typeface="Archivo"/>
              <a:sym typeface="Archivo"/>
            </a:endParaRPr>
          </a:p>
          <a:p>
            <a:pPr marL="0" lvl="0" indent="0" algn="l" rtl="0">
              <a:spcBef>
                <a:spcPts val="0"/>
              </a:spcBef>
              <a:spcAft>
                <a:spcPts val="0"/>
              </a:spcAft>
              <a:buNone/>
            </a:pPr>
            <a:endParaRPr sz="100">
              <a:solidFill>
                <a:schemeClr val="dk1"/>
              </a:solidFill>
              <a:latin typeface="Archivo"/>
              <a:ea typeface="Archivo"/>
              <a:cs typeface="Archivo"/>
              <a:sym typeface="Archivo"/>
            </a:endParaRPr>
          </a:p>
          <a:p>
            <a:pPr marL="457200" lvl="0" indent="-330200" algn="l" rtl="0">
              <a:spcBef>
                <a:spcPts val="0"/>
              </a:spcBef>
              <a:spcAft>
                <a:spcPts val="0"/>
              </a:spcAft>
              <a:buClr>
                <a:schemeClr val="dk1"/>
              </a:buClr>
              <a:buSzPts val="1600"/>
              <a:buFont typeface="Archivo"/>
              <a:buChar char="●"/>
            </a:pPr>
            <a:r>
              <a:rPr lang="en" sz="1600" b="1" i="1">
                <a:solidFill>
                  <a:schemeClr val="dk1"/>
                </a:solidFill>
                <a:latin typeface="Archivo"/>
                <a:ea typeface="Archivo"/>
                <a:cs typeface="Archivo"/>
                <a:sym typeface="Archivo"/>
              </a:rPr>
              <a:t>RAP1B</a:t>
            </a:r>
            <a:r>
              <a:rPr lang="en" sz="1600">
                <a:solidFill>
                  <a:schemeClr val="dk1"/>
                </a:solidFill>
                <a:latin typeface="Archivo"/>
                <a:ea typeface="Archivo"/>
                <a:cs typeface="Archivo"/>
                <a:sym typeface="Archivo"/>
              </a:rPr>
              <a:t>: Small GTPase that affects tumor growth through regulation of cell proliferation.</a:t>
            </a:r>
            <a:endParaRPr sz="1600">
              <a:solidFill>
                <a:schemeClr val="dk1"/>
              </a:solidFill>
              <a:latin typeface="Archivo"/>
              <a:ea typeface="Archivo"/>
              <a:cs typeface="Archivo"/>
              <a:sym typeface="Archivo"/>
            </a:endParaRPr>
          </a:p>
          <a:p>
            <a:pPr marL="0" lvl="0" indent="0" algn="l" rtl="0">
              <a:spcBef>
                <a:spcPts val="0"/>
              </a:spcBef>
              <a:spcAft>
                <a:spcPts val="0"/>
              </a:spcAft>
              <a:buNone/>
            </a:pPr>
            <a:endParaRPr sz="100">
              <a:solidFill>
                <a:schemeClr val="dk1"/>
              </a:solidFill>
              <a:latin typeface="Archivo"/>
              <a:ea typeface="Archivo"/>
              <a:cs typeface="Archivo"/>
              <a:sym typeface="Archivo"/>
            </a:endParaRPr>
          </a:p>
          <a:p>
            <a:pPr marL="457200" lvl="0" indent="-330200" algn="l" rtl="0">
              <a:spcBef>
                <a:spcPts val="0"/>
              </a:spcBef>
              <a:spcAft>
                <a:spcPts val="0"/>
              </a:spcAft>
              <a:buClr>
                <a:schemeClr val="dk1"/>
              </a:buClr>
              <a:buSzPts val="1600"/>
              <a:buFont typeface="Archivo"/>
              <a:buChar char="●"/>
            </a:pPr>
            <a:r>
              <a:rPr lang="en" sz="1600" b="1" i="1">
                <a:solidFill>
                  <a:schemeClr val="dk1"/>
                </a:solidFill>
                <a:latin typeface="Archivo"/>
                <a:ea typeface="Archivo"/>
                <a:cs typeface="Archivo"/>
                <a:sym typeface="Archivo"/>
              </a:rPr>
              <a:t>USP15</a:t>
            </a:r>
            <a:r>
              <a:rPr lang="en" sz="1600">
                <a:solidFill>
                  <a:schemeClr val="dk1"/>
                </a:solidFill>
                <a:latin typeface="Archivo"/>
                <a:ea typeface="Archivo"/>
                <a:cs typeface="Archivo"/>
                <a:sym typeface="Archivo"/>
              </a:rPr>
              <a:t>: Can act as a tumor suppressor by inhibiting Wnt signaling pathway.</a:t>
            </a:r>
            <a:endParaRPr sz="1600">
              <a:solidFill>
                <a:schemeClr val="dk1"/>
              </a:solidFill>
              <a:latin typeface="Archivo"/>
              <a:ea typeface="Archivo"/>
              <a:cs typeface="Archivo"/>
              <a:sym typeface="Archivo"/>
            </a:endParaRPr>
          </a:p>
          <a:p>
            <a:pPr marL="0" lvl="0" indent="0" algn="l" rtl="0">
              <a:spcBef>
                <a:spcPts val="0"/>
              </a:spcBef>
              <a:spcAft>
                <a:spcPts val="0"/>
              </a:spcAft>
              <a:buNone/>
            </a:pPr>
            <a:endParaRPr sz="100">
              <a:solidFill>
                <a:schemeClr val="dk1"/>
              </a:solidFill>
              <a:latin typeface="Archivo"/>
              <a:ea typeface="Archivo"/>
              <a:cs typeface="Archivo"/>
              <a:sym typeface="Archivo"/>
            </a:endParaRPr>
          </a:p>
          <a:p>
            <a:pPr marL="457200" lvl="0" indent="-330200" algn="l" rtl="0">
              <a:spcBef>
                <a:spcPts val="0"/>
              </a:spcBef>
              <a:spcAft>
                <a:spcPts val="0"/>
              </a:spcAft>
              <a:buClr>
                <a:schemeClr val="dk1"/>
              </a:buClr>
              <a:buSzPts val="1600"/>
              <a:buFont typeface="Archivo"/>
              <a:buChar char="●"/>
            </a:pPr>
            <a:r>
              <a:rPr lang="en" sz="1600" b="1" i="1">
                <a:solidFill>
                  <a:schemeClr val="dk1"/>
                </a:solidFill>
                <a:latin typeface="Archivo"/>
                <a:ea typeface="Archivo"/>
                <a:cs typeface="Archivo"/>
                <a:sym typeface="Archivo"/>
              </a:rPr>
              <a:t>RASSF3: </a:t>
            </a:r>
            <a:r>
              <a:rPr lang="en" sz="1600">
                <a:solidFill>
                  <a:schemeClr val="dk1"/>
                </a:solidFill>
                <a:latin typeface="Archivo"/>
                <a:ea typeface="Archivo"/>
                <a:cs typeface="Archivo"/>
                <a:sym typeface="Archivo"/>
              </a:rPr>
              <a:t>Ubiquinates and degrades </a:t>
            </a:r>
            <a:r>
              <a:rPr lang="en" sz="1600" i="1">
                <a:solidFill>
                  <a:schemeClr val="dk1"/>
                </a:solidFill>
                <a:latin typeface="Archivo"/>
                <a:ea typeface="Archivo"/>
                <a:cs typeface="Archivo"/>
                <a:sym typeface="Archivo"/>
              </a:rPr>
              <a:t>MDM2</a:t>
            </a:r>
            <a:r>
              <a:rPr lang="en" sz="1600">
                <a:solidFill>
                  <a:schemeClr val="dk1"/>
                </a:solidFill>
                <a:latin typeface="Archivo"/>
                <a:ea typeface="Archivo"/>
                <a:cs typeface="Archivo"/>
                <a:sym typeface="Archivo"/>
              </a:rPr>
              <a:t> and increases </a:t>
            </a:r>
            <a:r>
              <a:rPr lang="en" sz="1600" i="1">
                <a:solidFill>
                  <a:schemeClr val="dk1"/>
                </a:solidFill>
                <a:latin typeface="Archivo"/>
                <a:ea typeface="Archivo"/>
                <a:cs typeface="Archivo"/>
                <a:sym typeface="Archivo"/>
              </a:rPr>
              <a:t>p53</a:t>
            </a:r>
            <a:r>
              <a:rPr lang="en" sz="1600">
                <a:solidFill>
                  <a:schemeClr val="dk1"/>
                </a:solidFill>
                <a:latin typeface="Archivo"/>
                <a:ea typeface="Archivo"/>
                <a:cs typeface="Archivo"/>
                <a:sym typeface="Archivo"/>
              </a:rPr>
              <a:t> levels.</a:t>
            </a:r>
            <a:endParaRPr sz="1600">
              <a:solidFill>
                <a:schemeClr val="dk1"/>
              </a:solidFill>
              <a:latin typeface="Archivo"/>
              <a:ea typeface="Archivo"/>
              <a:cs typeface="Archivo"/>
              <a:sym typeface="Archivo"/>
            </a:endParaRPr>
          </a:p>
          <a:p>
            <a:pPr marL="0" lvl="0" indent="0" algn="l" rtl="0">
              <a:spcBef>
                <a:spcPts val="0"/>
              </a:spcBef>
              <a:spcAft>
                <a:spcPts val="0"/>
              </a:spcAft>
              <a:buNone/>
            </a:pPr>
            <a:endParaRPr sz="100">
              <a:solidFill>
                <a:schemeClr val="dk1"/>
              </a:solidFill>
              <a:latin typeface="Archivo"/>
              <a:ea typeface="Archivo"/>
              <a:cs typeface="Archivo"/>
              <a:sym typeface="Archivo"/>
            </a:endParaRPr>
          </a:p>
          <a:p>
            <a:pPr marL="457200" lvl="0" indent="-330200" algn="l" rtl="0">
              <a:spcBef>
                <a:spcPts val="0"/>
              </a:spcBef>
              <a:spcAft>
                <a:spcPts val="0"/>
              </a:spcAft>
              <a:buClr>
                <a:schemeClr val="dk1"/>
              </a:buClr>
              <a:buSzPts val="1600"/>
              <a:buFont typeface="Archivo"/>
              <a:buChar char="●"/>
            </a:pPr>
            <a:r>
              <a:rPr lang="en" sz="1600" b="1" i="1">
                <a:solidFill>
                  <a:schemeClr val="dk1"/>
                </a:solidFill>
                <a:latin typeface="Archivo"/>
                <a:ea typeface="Archivo"/>
                <a:cs typeface="Archivo"/>
                <a:sym typeface="Archivo"/>
              </a:rPr>
              <a:t>IRAK3</a:t>
            </a:r>
            <a:r>
              <a:rPr lang="en" sz="1600">
                <a:solidFill>
                  <a:schemeClr val="dk1"/>
                </a:solidFill>
                <a:latin typeface="Archivo"/>
                <a:ea typeface="Archivo"/>
                <a:cs typeface="Archivo"/>
                <a:sym typeface="Archivo"/>
              </a:rPr>
              <a:t>: Found to have tumor suppressor role in prostate cancer cells.</a:t>
            </a:r>
            <a:endParaRPr sz="1600">
              <a:solidFill>
                <a:schemeClr val="dk1"/>
              </a:solidFill>
              <a:latin typeface="Archivo"/>
              <a:ea typeface="Archivo"/>
              <a:cs typeface="Archivo"/>
              <a:sym typeface="Archivo"/>
            </a:endParaRPr>
          </a:p>
          <a:p>
            <a:pPr marL="0" lvl="0" indent="0" algn="l" rtl="0">
              <a:spcBef>
                <a:spcPts val="0"/>
              </a:spcBef>
              <a:spcAft>
                <a:spcPts val="0"/>
              </a:spcAft>
              <a:buNone/>
            </a:pPr>
            <a:endParaRPr sz="1600">
              <a:solidFill>
                <a:schemeClr val="dk1"/>
              </a:solidFill>
              <a:latin typeface="Archivo"/>
              <a:ea typeface="Archivo"/>
              <a:cs typeface="Archivo"/>
              <a:sym typeface="Archivo"/>
            </a:endParaRPr>
          </a:p>
          <a:p>
            <a:pPr marL="0" lvl="0" indent="0" algn="l" rtl="0">
              <a:spcBef>
                <a:spcPts val="0"/>
              </a:spcBef>
              <a:spcAft>
                <a:spcPts val="0"/>
              </a:spcAft>
              <a:buNone/>
            </a:pPr>
            <a:endParaRPr sz="1600">
              <a:solidFill>
                <a:schemeClr val="dk1"/>
              </a:solidFill>
              <a:latin typeface="Archivo"/>
              <a:ea typeface="Archivo"/>
              <a:cs typeface="Archivo"/>
              <a:sym typeface="Archivo"/>
            </a:endParaRPr>
          </a:p>
          <a:p>
            <a:pPr marL="457200" lvl="0" indent="-330200" algn="l" rtl="0">
              <a:spcBef>
                <a:spcPts val="0"/>
              </a:spcBef>
              <a:spcAft>
                <a:spcPts val="0"/>
              </a:spcAft>
              <a:buClr>
                <a:schemeClr val="dk1"/>
              </a:buClr>
              <a:buSzPts val="1600"/>
              <a:buFont typeface="Archivo"/>
              <a:buChar char="●"/>
            </a:pPr>
            <a:r>
              <a:rPr lang="en" sz="1600">
                <a:solidFill>
                  <a:schemeClr val="dk1"/>
                </a:solidFill>
                <a:latin typeface="Archivo"/>
                <a:ea typeface="Archivo"/>
                <a:cs typeface="Archivo"/>
                <a:sym typeface="Archivo"/>
              </a:rPr>
              <a:t>The loss/change in expression for these genes, particularly with </a:t>
            </a:r>
            <a:r>
              <a:rPr lang="en" sz="1600" i="1">
                <a:solidFill>
                  <a:schemeClr val="dk1"/>
                </a:solidFill>
                <a:latin typeface="Archivo"/>
                <a:ea typeface="Archivo"/>
                <a:cs typeface="Archivo"/>
                <a:sym typeface="Archivo"/>
              </a:rPr>
              <a:t>PPM1H</a:t>
            </a:r>
            <a:r>
              <a:rPr lang="en" sz="1600">
                <a:solidFill>
                  <a:schemeClr val="dk1"/>
                </a:solidFill>
                <a:latin typeface="Archivo"/>
                <a:ea typeface="Archivo"/>
                <a:cs typeface="Archivo"/>
                <a:sym typeface="Archivo"/>
              </a:rPr>
              <a:t>, in conjunction with </a:t>
            </a:r>
            <a:r>
              <a:rPr lang="en" sz="1600" i="1">
                <a:solidFill>
                  <a:schemeClr val="dk1"/>
                </a:solidFill>
                <a:latin typeface="Archivo"/>
                <a:ea typeface="Archivo"/>
                <a:cs typeface="Archivo"/>
                <a:sym typeface="Archivo"/>
              </a:rPr>
              <a:t>MDM2</a:t>
            </a:r>
            <a:r>
              <a:rPr lang="en" sz="1600">
                <a:solidFill>
                  <a:schemeClr val="dk1"/>
                </a:solidFill>
                <a:latin typeface="Archivo"/>
                <a:ea typeface="Archivo"/>
                <a:cs typeface="Archivo"/>
                <a:sym typeface="Archivo"/>
              </a:rPr>
              <a:t> expression in ecDNA may promote cancer progression.</a:t>
            </a:r>
            <a:endParaRPr sz="1600">
              <a:solidFill>
                <a:schemeClr val="dk1"/>
              </a:solidFill>
              <a:latin typeface="Archivo"/>
              <a:ea typeface="Archivo"/>
              <a:cs typeface="Archivo"/>
              <a:sym typeface="Archivo"/>
            </a:endParaRPr>
          </a:p>
          <a:p>
            <a:pPr marL="0" lvl="0" indent="0" algn="l" rtl="0">
              <a:spcBef>
                <a:spcPts val="0"/>
              </a:spcBef>
              <a:spcAft>
                <a:spcPts val="0"/>
              </a:spcAft>
              <a:buNone/>
            </a:pPr>
            <a:endParaRPr sz="200">
              <a:solidFill>
                <a:schemeClr val="dk1"/>
              </a:solidFill>
              <a:latin typeface="Archivo"/>
              <a:ea typeface="Archivo"/>
              <a:cs typeface="Archivo"/>
              <a:sym typeface="Archivo"/>
            </a:endParaRPr>
          </a:p>
          <a:p>
            <a:pPr marL="457200" lvl="0" indent="-330200" algn="l" rtl="0">
              <a:spcBef>
                <a:spcPts val="0"/>
              </a:spcBef>
              <a:spcAft>
                <a:spcPts val="0"/>
              </a:spcAft>
              <a:buClr>
                <a:schemeClr val="dk1"/>
              </a:buClr>
              <a:buSzPts val="1600"/>
              <a:buFont typeface="Archivo"/>
              <a:buChar char="●"/>
            </a:pPr>
            <a:r>
              <a:rPr lang="en" sz="1600" i="1">
                <a:solidFill>
                  <a:schemeClr val="dk1"/>
                </a:solidFill>
                <a:latin typeface="Archivo"/>
                <a:ea typeface="Archivo"/>
                <a:cs typeface="Archivo"/>
                <a:sym typeface="Archivo"/>
              </a:rPr>
              <a:t>STAT6</a:t>
            </a:r>
            <a:r>
              <a:rPr lang="en" sz="1600">
                <a:solidFill>
                  <a:schemeClr val="dk1"/>
                </a:solidFill>
                <a:latin typeface="Archivo"/>
                <a:ea typeface="Archivo"/>
                <a:cs typeface="Archivo"/>
                <a:sym typeface="Archivo"/>
              </a:rPr>
              <a:t> may induce </a:t>
            </a:r>
            <a:r>
              <a:rPr lang="en" sz="1600" i="1">
                <a:solidFill>
                  <a:schemeClr val="dk1"/>
                </a:solidFill>
                <a:latin typeface="Archivo"/>
                <a:ea typeface="Archivo"/>
                <a:cs typeface="Archivo"/>
                <a:sym typeface="Archivo"/>
              </a:rPr>
              <a:t>MDM2 </a:t>
            </a:r>
            <a:r>
              <a:rPr lang="en" sz="1600">
                <a:solidFill>
                  <a:schemeClr val="dk1"/>
                </a:solidFill>
                <a:latin typeface="Archivo"/>
                <a:ea typeface="Archivo"/>
                <a:cs typeface="Archivo"/>
                <a:sym typeface="Archivo"/>
              </a:rPr>
              <a:t>expression and further promote tumor progression.</a:t>
            </a:r>
            <a:endParaRPr sz="1600">
              <a:solidFill>
                <a:schemeClr val="dk1"/>
              </a:solidFill>
              <a:latin typeface="Archivo"/>
              <a:ea typeface="Archivo"/>
              <a:cs typeface="Archivo"/>
              <a:sym typeface="Archivo"/>
            </a:endParaRPr>
          </a:p>
          <a:p>
            <a:pPr marL="0" lvl="0" indent="0" algn="l" rtl="0">
              <a:spcBef>
                <a:spcPts val="0"/>
              </a:spcBef>
              <a:spcAft>
                <a:spcPts val="0"/>
              </a:spcAft>
              <a:buNone/>
            </a:pPr>
            <a:endParaRPr sz="1800">
              <a:solidFill>
                <a:schemeClr val="dk1"/>
              </a:solidFill>
              <a:latin typeface="Archivo"/>
              <a:ea typeface="Archivo"/>
              <a:cs typeface="Archivo"/>
              <a:sym typeface="Archivo"/>
            </a:endParaRPr>
          </a:p>
          <a:p>
            <a:pPr marL="457200" lvl="0" indent="0" algn="l" rtl="0">
              <a:spcBef>
                <a:spcPts val="0"/>
              </a:spcBef>
              <a:spcAft>
                <a:spcPts val="0"/>
              </a:spcAft>
              <a:buNone/>
            </a:pPr>
            <a:endParaRPr sz="1800">
              <a:solidFill>
                <a:schemeClr val="dk1"/>
              </a:solidFill>
              <a:latin typeface="Archivo"/>
              <a:ea typeface="Archivo"/>
              <a:cs typeface="Archivo"/>
              <a:sym typeface="Archivo"/>
            </a:endParaRPr>
          </a:p>
        </p:txBody>
      </p:sp>
      <p:cxnSp>
        <p:nvCxnSpPr>
          <p:cNvPr id="542" name="Google Shape;542;p65"/>
          <p:cNvCxnSpPr/>
          <p:nvPr/>
        </p:nvCxnSpPr>
        <p:spPr>
          <a:xfrm>
            <a:off x="836550" y="3495800"/>
            <a:ext cx="80205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66"/>
          <p:cNvSpPr txBox="1">
            <a:spLocks noGrp="1"/>
          </p:cNvSpPr>
          <p:nvPr>
            <p:ph type="title"/>
          </p:nvPr>
        </p:nvSpPr>
        <p:spPr>
          <a:xfrm>
            <a:off x="713225" y="539500"/>
            <a:ext cx="7717500" cy="5727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Thank you! </a:t>
            </a:r>
            <a:endParaRPr/>
          </a:p>
        </p:txBody>
      </p:sp>
      <p:sp>
        <p:nvSpPr>
          <p:cNvPr id="548" name="Google Shape;548;p66"/>
          <p:cNvSpPr txBox="1">
            <a:spLocks noGrp="1"/>
          </p:cNvSpPr>
          <p:nvPr>
            <p:ph type="subTitle" idx="2"/>
          </p:nvPr>
        </p:nvSpPr>
        <p:spPr>
          <a:xfrm>
            <a:off x="1901225" y="3334625"/>
            <a:ext cx="5341500" cy="163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-Lydia, Leena, James, Evelyn, &amp; Tim</a:t>
            </a:r>
            <a:endParaRPr dirty="0"/>
          </a:p>
        </p:txBody>
      </p:sp>
      <p:pic>
        <p:nvPicPr>
          <p:cNvPr id="549" name="Google Shape;549;p66" descr="Blue red dna helix over dark blue background (Provided by Getty Images)"/>
          <p:cNvPicPr preferRelativeResize="0"/>
          <p:nvPr/>
        </p:nvPicPr>
        <p:blipFill>
          <a:blip r:embed="rId3">
            <a:alphaModFix/>
          </a:blip>
          <a:stretch>
            <a:fillRect/>
          </a:stretch>
        </p:blipFill>
        <p:spPr>
          <a:xfrm>
            <a:off x="3134463" y="1612938"/>
            <a:ext cx="2875034" cy="1917625"/>
          </a:xfrm>
          <a:prstGeom prst="rect">
            <a:avLst/>
          </a:prstGeom>
          <a:noFill/>
          <a:ln>
            <a:noFill/>
          </a:ln>
        </p:spPr>
      </p:pic>
    </p:spTree>
  </p:cSld>
  <p:clrMapOvr>
    <a:masterClrMapping/>
  </p:clrMapOvr>
</p:sld>
</file>

<file path=ppt/theme/theme1.xml><?xml version="1.0" encoding="utf-8"?>
<a:theme xmlns:a="http://schemas.openxmlformats.org/drawingml/2006/main" name="Biotechnology Company Profile by Slidesgo">
  <a:themeElements>
    <a:clrScheme name="Simple Light">
      <a:dk1>
        <a:srgbClr val="262722"/>
      </a:dk1>
      <a:lt1>
        <a:srgbClr val="CCEAFA"/>
      </a:lt1>
      <a:dk2>
        <a:srgbClr val="FFFFFF"/>
      </a:dk2>
      <a:lt2>
        <a:srgbClr val="FFFFFF"/>
      </a:lt2>
      <a:accent1>
        <a:srgbClr val="1DA677"/>
      </a:accent1>
      <a:accent2>
        <a:srgbClr val="3A8ABB"/>
      </a:accent2>
      <a:accent3>
        <a:srgbClr val="E096BE"/>
      </a:accent3>
      <a:accent4>
        <a:srgbClr val="FFFFFF"/>
      </a:accent4>
      <a:accent5>
        <a:srgbClr val="FFFFFF"/>
      </a:accent5>
      <a:accent6>
        <a:srgbClr val="FFFFFF"/>
      </a:accent6>
      <a:hlink>
        <a:srgbClr val="26272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1779</Words>
  <Application>Microsoft Macintosh PowerPoint</Application>
  <PresentationFormat>On-screen Show (16:9)</PresentationFormat>
  <Paragraphs>193</Paragraphs>
  <Slides>31</Slides>
  <Notes>31</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Archivo</vt:lpstr>
      <vt:lpstr>Arial</vt:lpstr>
      <vt:lpstr>Archivo Black</vt:lpstr>
      <vt:lpstr>Biotechnology Company Profile by Slidesgo</vt:lpstr>
      <vt:lpstr>MDM2 Amplification in ecDNA : Structure, Evolution, and Impact on Tumor Genomics</vt:lpstr>
      <vt:lpstr>Gene Details</vt:lpstr>
      <vt:lpstr>What is MDM2?</vt:lpstr>
      <vt:lpstr>How Ancient is MDM2?</vt:lpstr>
      <vt:lpstr>MDM2 Amplification Types  (Adult vs Pediatric Tumors)</vt:lpstr>
      <vt:lpstr>MDM2 Co-Occurring Genes in ecDNA (PCAWG)</vt:lpstr>
      <vt:lpstr>MDM2 Co-Occurring Genes in ecDNA (Pediatric)</vt:lpstr>
      <vt:lpstr>PowerPoint Presentation</vt:lpstr>
      <vt:lpstr>Part 2: Gene Structure</vt:lpstr>
      <vt:lpstr>Protein Sequence</vt:lpstr>
      <vt:lpstr>Genomic Region</vt:lpstr>
      <vt:lpstr>Genomic Structure (1)</vt:lpstr>
      <vt:lpstr>Genomic Structure (2)</vt:lpstr>
      <vt:lpstr>Genomic Structure (3)</vt:lpstr>
      <vt:lpstr>BEST SELLERS</vt:lpstr>
      <vt:lpstr>OUR LOCATIONS</vt:lpstr>
      <vt:lpstr>Part 3: Amplicon Graph Analysis</vt:lpstr>
      <vt:lpstr>Amplicon Graphs</vt:lpstr>
      <vt:lpstr>Amplicon Graphs</vt:lpstr>
      <vt:lpstr>Amplicon Graphs</vt:lpstr>
      <vt:lpstr>Identifying Structural Variants</vt:lpstr>
      <vt:lpstr>Extracting Discordant Edges</vt:lpstr>
      <vt:lpstr>Clustering Discordant Edges</vt:lpstr>
      <vt:lpstr>Filtering </vt:lpstr>
      <vt:lpstr>Identifying Structural Variants</vt:lpstr>
      <vt:lpstr>Graphing Structural Variants</vt:lpstr>
      <vt:lpstr>Graphing Structural Variants</vt:lpstr>
      <vt:lpstr>Biological Relevance</vt:lpstr>
      <vt:lpstr>Biological Relevance</vt:lpstr>
      <vt:lpstr>Biological Relevance</vt:lpstr>
      <vt:lpstr>Thank you!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Evelyn Quan</cp:lastModifiedBy>
  <cp:revision>3</cp:revision>
  <dcterms:modified xsi:type="dcterms:W3CDTF">2025-12-13T01:07:56Z</dcterms:modified>
</cp:coreProperties>
</file>